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13"/>
  </p:notesMasterIdLst>
  <p:sldIdLst>
    <p:sldId id="256" r:id="rId3"/>
    <p:sldId id="258" r:id="rId4"/>
    <p:sldId id="259" r:id="rId5"/>
    <p:sldId id="260" r:id="rId6"/>
    <p:sldId id="261" r:id="rId7"/>
    <p:sldId id="262" r:id="rId8"/>
    <p:sldId id="263" r:id="rId9"/>
    <p:sldId id="266" r:id="rId10"/>
    <p:sldId id="278" r:id="rId11"/>
    <p:sldId id="296" r:id="rId12"/>
  </p:sldIdLst>
  <p:sldSz cx="9144000" cy="5143500" type="screen16x9"/>
  <p:notesSz cx="6858000" cy="9144000"/>
  <p:embeddedFontLst>
    <p:embeddedFont>
      <p:font typeface="Be Vietnam Pro" panose="020B0604020202020204" charset="0"/>
      <p:regular r:id="rId14"/>
      <p:bold r:id="rId15"/>
      <p:italic r:id="rId16"/>
      <p:boldItalic r:id="rId17"/>
    </p:embeddedFont>
    <p:embeddedFont>
      <p:font typeface="Be Vietnam Pro SemiBold" panose="020B0604020202020204" charset="0"/>
      <p:regular r:id="rId18"/>
      <p:bold r:id="rId19"/>
      <p:italic r:id="rId20"/>
      <p:boldItalic r:id="rId21"/>
    </p:embeddedFont>
    <p:embeddedFont>
      <p:font typeface="Lexend" panose="020B0604020202020204" charset="0"/>
      <p:regular r:id="rId22"/>
      <p:bold r:id="rId23"/>
    </p:embeddedFont>
    <p:embeddedFont>
      <p:font typeface="Proxima Nova" panose="020B0604020202020204" charset="0"/>
      <p:regular r:id="rId24"/>
      <p:bold r:id="rId25"/>
      <p:italic r:id="rId26"/>
      <p:boldItalic r:id="rId27"/>
    </p:embeddedFont>
    <p:embeddedFont>
      <p:font typeface="Proxima Nova Semibold" panose="020B0604020202020204" charset="0"/>
      <p:regular r:id="rId28"/>
      <p:bold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329E1C-0E1E-450F-9748-449C342C43E6}">
  <a:tblStyle styleId="{43329E1C-0E1E-450F-9748-449C342C43E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4FD365F-C856-4CC7-9C66-D45BF13CEEE6}"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1.xml"/><Relationship Id="rId21" Type="http://schemas.openxmlformats.org/officeDocument/2006/relationships/font" Target="fonts/font8.fntdata"/><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1.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8.xml"/><Relationship Id="rId19" Type="http://schemas.openxmlformats.org/officeDocument/2006/relationships/font" Target="fonts/font6.fntdata"/><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CA"/>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275464a239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492" name="Google Shape;492;g275464a239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10f9e629ec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533" name="Google Shape;533;g10f9e629ec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559" name="Google Shape;559;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24459266da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614" name="Google Shape;614;g24459266da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621" name="Google Shape;621;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21258269c9b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637" name="Google Shape;637;g21258269c9b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2140bdee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671" name="Google Shape;671;g2140bdeee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11e375b9f5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864" name="Google Shape;864;g11e375b9f5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1105afc42a3_1_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455" name="Google Shape;1455;g1105afc42a3_1_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2"/>
        <p:cNvGrpSpPr/>
        <p:nvPr/>
      </p:nvGrpSpPr>
      <p:grpSpPr>
        <a:xfrm>
          <a:off x="0" y="0"/>
          <a:ext cx="0" cy="0"/>
          <a:chOff x="0" y="0"/>
          <a:chExt cx="0" cy="0"/>
        </a:xfrm>
      </p:grpSpPr>
      <p:sp>
        <p:nvSpPr>
          <p:cNvPr id="8613" name="Google Shape;8613;g275d1762b10_0_188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8614" name="Google Shape;8614;g275d1762b10_0_18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58875" y="0"/>
            <a:ext cx="1845050" cy="5394575"/>
            <a:chOff x="-58875" y="0"/>
            <a:chExt cx="1845050" cy="5394575"/>
          </a:xfrm>
        </p:grpSpPr>
        <p:sp>
          <p:nvSpPr>
            <p:cNvPr id="11" name="Google Shape;11;p2"/>
            <p:cNvSpPr/>
            <p:nvPr/>
          </p:nvSpPr>
          <p:spPr>
            <a:xfrm rot="5400000">
              <a:off x="506100" y="-506100"/>
              <a:ext cx="773975" cy="1786175"/>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58875" y="3608400"/>
              <a:ext cx="773975" cy="1786175"/>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3;p2"/>
          <p:cNvGrpSpPr/>
          <p:nvPr/>
        </p:nvGrpSpPr>
        <p:grpSpPr>
          <a:xfrm>
            <a:off x="530432" y="4320713"/>
            <a:ext cx="369342" cy="692536"/>
            <a:chOff x="548488" y="4427575"/>
            <a:chExt cx="333221" cy="624750"/>
          </a:xfrm>
        </p:grpSpPr>
        <p:sp>
          <p:nvSpPr>
            <p:cNvPr id="14" name="Google Shape;14;p2"/>
            <p:cNvSpPr/>
            <p:nvPr/>
          </p:nvSpPr>
          <p:spPr>
            <a:xfrm>
              <a:off x="548488" y="4574273"/>
              <a:ext cx="333199" cy="478053"/>
            </a:xfrm>
            <a:custGeom>
              <a:avLst/>
              <a:gdLst/>
              <a:ahLst/>
              <a:cxnLst/>
              <a:rect l="l" t="t" r="r" b="b"/>
              <a:pathLst>
                <a:path w="20571" h="29514" extrusionOk="0">
                  <a:moveTo>
                    <a:pt x="3761" y="1"/>
                  </a:moveTo>
                  <a:lnTo>
                    <a:pt x="1" y="7066"/>
                  </a:lnTo>
                  <a:lnTo>
                    <a:pt x="1" y="26323"/>
                  </a:lnTo>
                  <a:cubicBezTo>
                    <a:pt x="1" y="28091"/>
                    <a:pt x="1427" y="29513"/>
                    <a:pt x="3191" y="29513"/>
                  </a:cubicBezTo>
                  <a:lnTo>
                    <a:pt x="17380" y="29513"/>
                  </a:lnTo>
                  <a:cubicBezTo>
                    <a:pt x="19144" y="29513"/>
                    <a:pt x="20570" y="28091"/>
                    <a:pt x="20570" y="26323"/>
                  </a:cubicBezTo>
                  <a:lnTo>
                    <a:pt x="20570" y="7066"/>
                  </a:lnTo>
                  <a:lnTo>
                    <a:pt x="168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3215" y="4769048"/>
              <a:ext cx="78493" cy="186433"/>
            </a:xfrm>
            <a:custGeom>
              <a:avLst/>
              <a:gdLst/>
              <a:ahLst/>
              <a:cxnLst/>
              <a:rect l="l" t="t" r="r" b="b"/>
              <a:pathLst>
                <a:path w="4846" h="11510" extrusionOk="0">
                  <a:moveTo>
                    <a:pt x="0" y="1"/>
                  </a:moveTo>
                  <a:lnTo>
                    <a:pt x="0" y="11509"/>
                  </a:lnTo>
                  <a:lnTo>
                    <a:pt x="4845" y="11509"/>
                  </a:lnTo>
                  <a:lnTo>
                    <a:pt x="484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48488" y="4769048"/>
              <a:ext cx="184587" cy="186433"/>
            </a:xfrm>
            <a:custGeom>
              <a:avLst/>
              <a:gdLst/>
              <a:ahLst/>
              <a:cxnLst/>
              <a:rect l="l" t="t" r="r" b="b"/>
              <a:pathLst>
                <a:path w="11396" h="11510" extrusionOk="0">
                  <a:moveTo>
                    <a:pt x="1" y="1"/>
                  </a:moveTo>
                  <a:lnTo>
                    <a:pt x="1" y="11509"/>
                  </a:lnTo>
                  <a:lnTo>
                    <a:pt x="11395" y="11509"/>
                  </a:lnTo>
                  <a:lnTo>
                    <a:pt x="1139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631555" y="4855810"/>
              <a:ext cx="63721" cy="63640"/>
            </a:xfrm>
            <a:custGeom>
              <a:avLst/>
              <a:gdLst/>
              <a:ahLst/>
              <a:cxnLst/>
              <a:rect l="l" t="t" r="r" b="b"/>
              <a:pathLst>
                <a:path w="3934" h="3929" extrusionOk="0">
                  <a:moveTo>
                    <a:pt x="1937" y="0"/>
                  </a:moveTo>
                  <a:cubicBezTo>
                    <a:pt x="857" y="0"/>
                    <a:pt x="0" y="912"/>
                    <a:pt x="0" y="1992"/>
                  </a:cubicBezTo>
                  <a:cubicBezTo>
                    <a:pt x="0" y="3077"/>
                    <a:pt x="857" y="3929"/>
                    <a:pt x="1937" y="3929"/>
                  </a:cubicBezTo>
                  <a:cubicBezTo>
                    <a:pt x="3077" y="3929"/>
                    <a:pt x="3934" y="3077"/>
                    <a:pt x="3934" y="1992"/>
                  </a:cubicBezTo>
                  <a:cubicBezTo>
                    <a:pt x="3934" y="912"/>
                    <a:pt x="3077" y="0"/>
                    <a:pt x="19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09395" y="4525401"/>
              <a:ext cx="211394" cy="48884"/>
            </a:xfrm>
            <a:custGeom>
              <a:avLst/>
              <a:gdLst/>
              <a:ahLst/>
              <a:cxnLst/>
              <a:rect l="l" t="t" r="r" b="b"/>
              <a:pathLst>
                <a:path w="13051" h="3018" extrusionOk="0">
                  <a:moveTo>
                    <a:pt x="1" y="1"/>
                  </a:moveTo>
                  <a:lnTo>
                    <a:pt x="1" y="3018"/>
                  </a:lnTo>
                  <a:lnTo>
                    <a:pt x="13050" y="3018"/>
                  </a:lnTo>
                  <a:lnTo>
                    <a:pt x="1305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73450" y="4427575"/>
              <a:ext cx="283278" cy="97833"/>
            </a:xfrm>
            <a:custGeom>
              <a:avLst/>
              <a:gdLst/>
              <a:ahLst/>
              <a:cxnLst/>
              <a:rect l="l" t="t" r="r" b="b"/>
              <a:pathLst>
                <a:path w="17489" h="6040" extrusionOk="0">
                  <a:moveTo>
                    <a:pt x="3018" y="0"/>
                  </a:moveTo>
                  <a:cubicBezTo>
                    <a:pt x="1368" y="0"/>
                    <a:pt x="0" y="1309"/>
                    <a:pt x="0" y="3018"/>
                  </a:cubicBezTo>
                  <a:cubicBezTo>
                    <a:pt x="0" y="4672"/>
                    <a:pt x="1368" y="6040"/>
                    <a:pt x="3018" y="6040"/>
                  </a:cubicBezTo>
                  <a:lnTo>
                    <a:pt x="14471" y="6040"/>
                  </a:lnTo>
                  <a:cubicBezTo>
                    <a:pt x="16181" y="6040"/>
                    <a:pt x="17489" y="4672"/>
                    <a:pt x="17489" y="3018"/>
                  </a:cubicBezTo>
                  <a:cubicBezTo>
                    <a:pt x="17489" y="1309"/>
                    <a:pt x="16181" y="0"/>
                    <a:pt x="144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48488" y="4574273"/>
              <a:ext cx="333199" cy="114452"/>
            </a:xfrm>
            <a:custGeom>
              <a:avLst/>
              <a:gdLst/>
              <a:ahLst/>
              <a:cxnLst/>
              <a:rect l="l" t="t" r="r" b="b"/>
              <a:pathLst>
                <a:path w="20571" h="7066" extrusionOk="0">
                  <a:moveTo>
                    <a:pt x="3761" y="1"/>
                  </a:moveTo>
                  <a:lnTo>
                    <a:pt x="1" y="7066"/>
                  </a:lnTo>
                  <a:lnTo>
                    <a:pt x="20570" y="7066"/>
                  </a:lnTo>
                  <a:lnTo>
                    <a:pt x="168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a:off x="201898" y="165629"/>
            <a:ext cx="714500" cy="317422"/>
            <a:chOff x="201898" y="165629"/>
            <a:chExt cx="714500" cy="317422"/>
          </a:xfrm>
        </p:grpSpPr>
        <p:sp>
          <p:nvSpPr>
            <p:cNvPr id="22" name="Google Shape;22;p2"/>
            <p:cNvSpPr/>
            <p:nvPr/>
          </p:nvSpPr>
          <p:spPr>
            <a:xfrm>
              <a:off x="201898" y="165629"/>
              <a:ext cx="252438" cy="252460"/>
            </a:xfrm>
            <a:custGeom>
              <a:avLst/>
              <a:gdLst/>
              <a:ahLst/>
              <a:cxnLst/>
              <a:rect l="l" t="t" r="r" b="b"/>
              <a:pathLst>
                <a:path w="11971" h="11972" extrusionOk="0">
                  <a:moveTo>
                    <a:pt x="5001" y="0"/>
                  </a:moveTo>
                  <a:lnTo>
                    <a:pt x="5001" y="5001"/>
                  </a:lnTo>
                  <a:lnTo>
                    <a:pt x="0" y="5001"/>
                  </a:lnTo>
                  <a:lnTo>
                    <a:pt x="0" y="6971"/>
                  </a:lnTo>
                  <a:lnTo>
                    <a:pt x="5001" y="6971"/>
                  </a:lnTo>
                  <a:lnTo>
                    <a:pt x="5001" y="11971"/>
                  </a:lnTo>
                  <a:lnTo>
                    <a:pt x="6970" y="11971"/>
                  </a:lnTo>
                  <a:lnTo>
                    <a:pt x="6970" y="6971"/>
                  </a:lnTo>
                  <a:lnTo>
                    <a:pt x="11971" y="6971"/>
                  </a:lnTo>
                  <a:lnTo>
                    <a:pt x="11971" y="5001"/>
                  </a:lnTo>
                  <a:lnTo>
                    <a:pt x="6970" y="5001"/>
                  </a:lnTo>
                  <a:lnTo>
                    <a:pt x="69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00875" y="367422"/>
              <a:ext cx="115522" cy="115629"/>
            </a:xfrm>
            <a:custGeom>
              <a:avLst/>
              <a:gdLst/>
              <a:ahLst/>
              <a:cxnLst/>
              <a:rect l="l" t="t" r="r" b="b"/>
              <a:pathLst>
                <a:path w="6350" h="6355" extrusionOk="0">
                  <a:moveTo>
                    <a:pt x="3202" y="1"/>
                  </a:moveTo>
                  <a:cubicBezTo>
                    <a:pt x="1462" y="1"/>
                    <a:pt x="0" y="1408"/>
                    <a:pt x="0" y="3207"/>
                  </a:cubicBezTo>
                  <a:cubicBezTo>
                    <a:pt x="0" y="4947"/>
                    <a:pt x="1462" y="6355"/>
                    <a:pt x="3202" y="6355"/>
                  </a:cubicBezTo>
                  <a:cubicBezTo>
                    <a:pt x="4947" y="6355"/>
                    <a:pt x="6350" y="4947"/>
                    <a:pt x="6350" y="3207"/>
                  </a:cubicBezTo>
                  <a:cubicBezTo>
                    <a:pt x="6350" y="1408"/>
                    <a:pt x="4947" y="1"/>
                    <a:pt x="32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2"/>
          <p:cNvSpPr txBox="1">
            <a:spLocks noGrp="1"/>
          </p:cNvSpPr>
          <p:nvPr>
            <p:ph type="ctrTitle"/>
          </p:nvPr>
        </p:nvSpPr>
        <p:spPr>
          <a:xfrm>
            <a:off x="715100" y="1573825"/>
            <a:ext cx="4631100" cy="13569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4000" b="0">
                <a:latin typeface="Be Vietnam Pro SemiBold"/>
                <a:ea typeface="Be Vietnam Pro SemiBold"/>
                <a:cs typeface="Be Vietnam Pro SemiBold"/>
                <a:sym typeface="Be Vietnam Pro Semi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5" name="Google Shape;25;p2"/>
          <p:cNvSpPr txBox="1">
            <a:spLocks noGrp="1"/>
          </p:cNvSpPr>
          <p:nvPr>
            <p:ph type="subTitle" idx="1"/>
          </p:nvPr>
        </p:nvSpPr>
        <p:spPr>
          <a:xfrm>
            <a:off x="840175" y="2930773"/>
            <a:ext cx="4319100" cy="3147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solidFill>
                  <a:schemeClr val="accent6"/>
                </a:solidFill>
                <a:latin typeface="Lexend"/>
                <a:ea typeface="Lexend"/>
                <a:cs typeface="Lexend"/>
                <a:sym typeface="Lexend"/>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3"/>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 name="Google Shape;28;p3"/>
          <p:cNvGrpSpPr/>
          <p:nvPr/>
        </p:nvGrpSpPr>
        <p:grpSpPr>
          <a:xfrm>
            <a:off x="-120925" y="-412321"/>
            <a:ext cx="9855902" cy="5711846"/>
            <a:chOff x="-120925" y="-412321"/>
            <a:chExt cx="9855902" cy="5711846"/>
          </a:xfrm>
        </p:grpSpPr>
        <p:sp>
          <p:nvSpPr>
            <p:cNvPr id="29" name="Google Shape;29;p3"/>
            <p:cNvSpPr/>
            <p:nvPr/>
          </p:nvSpPr>
          <p:spPr>
            <a:xfrm rot="-5400000">
              <a:off x="8339580" y="-620359"/>
              <a:ext cx="1187358" cy="1603436"/>
            </a:xfrm>
            <a:custGeom>
              <a:avLst/>
              <a:gdLst/>
              <a:ahLst/>
              <a:cxnLst/>
              <a:rect l="l" t="t" r="r" b="b"/>
              <a:pathLst>
                <a:path w="42834" h="57844" extrusionOk="0">
                  <a:moveTo>
                    <a:pt x="15798" y="0"/>
                  </a:moveTo>
                  <a:cubicBezTo>
                    <a:pt x="14278" y="0"/>
                    <a:pt x="12929" y="621"/>
                    <a:pt x="11918" y="1633"/>
                  </a:cubicBezTo>
                  <a:cubicBezTo>
                    <a:pt x="10906" y="2586"/>
                    <a:pt x="10290" y="3994"/>
                    <a:pt x="10290" y="5509"/>
                  </a:cubicBezTo>
                  <a:lnTo>
                    <a:pt x="10290" y="6296"/>
                  </a:lnTo>
                  <a:cubicBezTo>
                    <a:pt x="10290" y="7645"/>
                    <a:pt x="9782" y="8828"/>
                    <a:pt x="8882" y="9727"/>
                  </a:cubicBezTo>
                  <a:cubicBezTo>
                    <a:pt x="8041" y="10568"/>
                    <a:pt x="6859" y="11130"/>
                    <a:pt x="5510" y="11130"/>
                  </a:cubicBezTo>
                  <a:cubicBezTo>
                    <a:pt x="3994" y="11130"/>
                    <a:pt x="2645" y="11751"/>
                    <a:pt x="1633" y="12704"/>
                  </a:cubicBezTo>
                  <a:cubicBezTo>
                    <a:pt x="621" y="13716"/>
                    <a:pt x="1" y="15065"/>
                    <a:pt x="1" y="16585"/>
                  </a:cubicBezTo>
                  <a:lnTo>
                    <a:pt x="1" y="57844"/>
                  </a:lnTo>
                  <a:lnTo>
                    <a:pt x="734" y="57844"/>
                  </a:lnTo>
                  <a:lnTo>
                    <a:pt x="734" y="16585"/>
                  </a:lnTo>
                  <a:cubicBezTo>
                    <a:pt x="734" y="15290"/>
                    <a:pt x="1238" y="14111"/>
                    <a:pt x="2137" y="13212"/>
                  </a:cubicBezTo>
                  <a:cubicBezTo>
                    <a:pt x="2982" y="12367"/>
                    <a:pt x="4219" y="11805"/>
                    <a:pt x="5510" y="11805"/>
                  </a:cubicBezTo>
                  <a:cubicBezTo>
                    <a:pt x="7030" y="11805"/>
                    <a:pt x="8433" y="11189"/>
                    <a:pt x="9390" y="10231"/>
                  </a:cubicBezTo>
                  <a:cubicBezTo>
                    <a:pt x="10402" y="9219"/>
                    <a:pt x="11018" y="7816"/>
                    <a:pt x="11018" y="6296"/>
                  </a:cubicBezTo>
                  <a:lnTo>
                    <a:pt x="11018" y="5509"/>
                  </a:lnTo>
                  <a:cubicBezTo>
                    <a:pt x="11018" y="4160"/>
                    <a:pt x="11526" y="2982"/>
                    <a:pt x="12426" y="2136"/>
                  </a:cubicBezTo>
                  <a:cubicBezTo>
                    <a:pt x="13267" y="1237"/>
                    <a:pt x="14449" y="733"/>
                    <a:pt x="15798" y="733"/>
                  </a:cubicBezTo>
                  <a:lnTo>
                    <a:pt x="37383" y="733"/>
                  </a:lnTo>
                  <a:cubicBezTo>
                    <a:pt x="38674" y="733"/>
                    <a:pt x="39911" y="1237"/>
                    <a:pt x="40756" y="2136"/>
                  </a:cubicBezTo>
                  <a:cubicBezTo>
                    <a:pt x="41597" y="2982"/>
                    <a:pt x="42159" y="4160"/>
                    <a:pt x="42159" y="5509"/>
                  </a:cubicBezTo>
                  <a:lnTo>
                    <a:pt x="42159" y="57844"/>
                  </a:lnTo>
                  <a:lnTo>
                    <a:pt x="42834" y="57844"/>
                  </a:lnTo>
                  <a:lnTo>
                    <a:pt x="42834" y="5509"/>
                  </a:lnTo>
                  <a:cubicBezTo>
                    <a:pt x="42834" y="3994"/>
                    <a:pt x="42272" y="2586"/>
                    <a:pt x="41260" y="1633"/>
                  </a:cubicBezTo>
                  <a:cubicBezTo>
                    <a:pt x="40248" y="621"/>
                    <a:pt x="38899" y="0"/>
                    <a:pt x="373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120925" y="3513350"/>
              <a:ext cx="773975" cy="1786175"/>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1;p3"/>
          <p:cNvGrpSpPr/>
          <p:nvPr/>
        </p:nvGrpSpPr>
        <p:grpSpPr>
          <a:xfrm>
            <a:off x="8289750" y="4423345"/>
            <a:ext cx="715059" cy="531008"/>
            <a:chOff x="8289750" y="4423345"/>
            <a:chExt cx="715059" cy="531008"/>
          </a:xfrm>
        </p:grpSpPr>
        <p:sp>
          <p:nvSpPr>
            <p:cNvPr id="32" name="Google Shape;32;p3"/>
            <p:cNvSpPr/>
            <p:nvPr/>
          </p:nvSpPr>
          <p:spPr>
            <a:xfrm>
              <a:off x="8449263" y="4423345"/>
              <a:ext cx="555527" cy="529619"/>
            </a:xfrm>
            <a:custGeom>
              <a:avLst/>
              <a:gdLst/>
              <a:ahLst/>
              <a:cxnLst/>
              <a:rect l="l" t="t" r="r" b="b"/>
              <a:pathLst>
                <a:path w="52040" h="49613" extrusionOk="0">
                  <a:moveTo>
                    <a:pt x="13666" y="1"/>
                  </a:moveTo>
                  <a:cubicBezTo>
                    <a:pt x="10473" y="1"/>
                    <a:pt x="7280" y="1211"/>
                    <a:pt x="4854" y="3638"/>
                  </a:cubicBezTo>
                  <a:cubicBezTo>
                    <a:pt x="1" y="8491"/>
                    <a:pt x="1" y="16409"/>
                    <a:pt x="4854" y="21262"/>
                  </a:cubicBezTo>
                  <a:lnTo>
                    <a:pt x="7919" y="24265"/>
                  </a:lnTo>
                  <a:lnTo>
                    <a:pt x="17047" y="33460"/>
                  </a:lnTo>
                  <a:lnTo>
                    <a:pt x="23499" y="39907"/>
                  </a:lnTo>
                  <a:lnTo>
                    <a:pt x="27203" y="43549"/>
                  </a:lnTo>
                  <a:lnTo>
                    <a:pt x="29563" y="45976"/>
                  </a:lnTo>
                  <a:cubicBezTo>
                    <a:pt x="31989" y="48402"/>
                    <a:pt x="35182" y="49613"/>
                    <a:pt x="38375" y="49613"/>
                  </a:cubicBezTo>
                  <a:cubicBezTo>
                    <a:pt x="41567" y="49613"/>
                    <a:pt x="44760" y="48402"/>
                    <a:pt x="47187" y="45976"/>
                  </a:cubicBezTo>
                  <a:cubicBezTo>
                    <a:pt x="52040" y="41123"/>
                    <a:pt x="52040" y="33205"/>
                    <a:pt x="47187" y="28352"/>
                  </a:cubicBezTo>
                  <a:lnTo>
                    <a:pt x="34865" y="16092"/>
                  </a:lnTo>
                  <a:lnTo>
                    <a:pt x="22478" y="3638"/>
                  </a:lnTo>
                  <a:cubicBezTo>
                    <a:pt x="20051" y="1211"/>
                    <a:pt x="16858" y="1"/>
                    <a:pt x="136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8631259" y="4595145"/>
              <a:ext cx="373550" cy="357837"/>
            </a:xfrm>
            <a:custGeom>
              <a:avLst/>
              <a:gdLst/>
              <a:ahLst/>
              <a:cxnLst/>
              <a:rect l="l" t="t" r="r" b="b"/>
              <a:pathLst>
                <a:path w="34993" h="33521" extrusionOk="0">
                  <a:moveTo>
                    <a:pt x="17818" y="0"/>
                  </a:moveTo>
                  <a:lnTo>
                    <a:pt x="3387" y="14237"/>
                  </a:lnTo>
                  <a:lnTo>
                    <a:pt x="0" y="17368"/>
                  </a:lnTo>
                  <a:lnTo>
                    <a:pt x="6452" y="23815"/>
                  </a:lnTo>
                  <a:lnTo>
                    <a:pt x="10156" y="27457"/>
                  </a:lnTo>
                  <a:lnTo>
                    <a:pt x="12516" y="29884"/>
                  </a:lnTo>
                  <a:cubicBezTo>
                    <a:pt x="14942" y="32310"/>
                    <a:pt x="18135" y="33521"/>
                    <a:pt x="21328" y="33521"/>
                  </a:cubicBezTo>
                  <a:cubicBezTo>
                    <a:pt x="24520" y="33521"/>
                    <a:pt x="27713" y="32310"/>
                    <a:pt x="30140" y="29884"/>
                  </a:cubicBezTo>
                  <a:cubicBezTo>
                    <a:pt x="34993" y="25031"/>
                    <a:pt x="34993" y="17113"/>
                    <a:pt x="30140" y="12260"/>
                  </a:cubicBezTo>
                  <a:lnTo>
                    <a:pt x="1781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8289750" y="4628519"/>
              <a:ext cx="325833" cy="325833"/>
            </a:xfrm>
            <a:custGeom>
              <a:avLst/>
              <a:gdLst/>
              <a:ahLst/>
              <a:cxnLst/>
              <a:rect l="l" t="t" r="r" b="b"/>
              <a:pathLst>
                <a:path w="30523" h="30523" extrusionOk="0">
                  <a:moveTo>
                    <a:pt x="14942" y="0"/>
                  </a:moveTo>
                  <a:cubicBezTo>
                    <a:pt x="6641" y="194"/>
                    <a:pt x="0" y="6963"/>
                    <a:pt x="0" y="15264"/>
                  </a:cubicBezTo>
                  <a:cubicBezTo>
                    <a:pt x="0" y="23693"/>
                    <a:pt x="6830" y="30523"/>
                    <a:pt x="15259" y="30523"/>
                  </a:cubicBezTo>
                  <a:cubicBezTo>
                    <a:pt x="23560" y="30523"/>
                    <a:pt x="30328" y="23882"/>
                    <a:pt x="30522" y="15581"/>
                  </a:cubicBezTo>
                  <a:lnTo>
                    <a:pt x="30522" y="15264"/>
                  </a:lnTo>
                  <a:cubicBezTo>
                    <a:pt x="30522" y="6835"/>
                    <a:pt x="23687" y="0"/>
                    <a:pt x="152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8370184" y="4708964"/>
              <a:ext cx="164971" cy="164961"/>
            </a:xfrm>
            <a:custGeom>
              <a:avLst/>
              <a:gdLst/>
              <a:ahLst/>
              <a:cxnLst/>
              <a:rect l="l" t="t" r="r" b="b"/>
              <a:pathLst>
                <a:path w="15454" h="15453" extrusionOk="0">
                  <a:moveTo>
                    <a:pt x="7725" y="0"/>
                  </a:moveTo>
                  <a:cubicBezTo>
                    <a:pt x="6514" y="0"/>
                    <a:pt x="5554" y="960"/>
                    <a:pt x="5554" y="2171"/>
                  </a:cubicBezTo>
                  <a:lnTo>
                    <a:pt x="5554" y="5558"/>
                  </a:lnTo>
                  <a:lnTo>
                    <a:pt x="2105" y="5558"/>
                  </a:lnTo>
                  <a:cubicBezTo>
                    <a:pt x="956" y="5558"/>
                    <a:pt x="1" y="6513"/>
                    <a:pt x="1" y="7729"/>
                  </a:cubicBezTo>
                  <a:cubicBezTo>
                    <a:pt x="1" y="8940"/>
                    <a:pt x="956" y="9900"/>
                    <a:pt x="2105" y="9900"/>
                  </a:cubicBezTo>
                  <a:lnTo>
                    <a:pt x="5554" y="9900"/>
                  </a:lnTo>
                  <a:lnTo>
                    <a:pt x="5554" y="13348"/>
                  </a:lnTo>
                  <a:cubicBezTo>
                    <a:pt x="5554" y="14498"/>
                    <a:pt x="6514" y="15453"/>
                    <a:pt x="7725" y="15453"/>
                  </a:cubicBezTo>
                  <a:cubicBezTo>
                    <a:pt x="8940" y="15453"/>
                    <a:pt x="9896" y="14498"/>
                    <a:pt x="9896" y="13348"/>
                  </a:cubicBezTo>
                  <a:lnTo>
                    <a:pt x="9896" y="9900"/>
                  </a:lnTo>
                  <a:lnTo>
                    <a:pt x="13344" y="9900"/>
                  </a:lnTo>
                  <a:cubicBezTo>
                    <a:pt x="13921" y="9900"/>
                    <a:pt x="14432" y="9645"/>
                    <a:pt x="14815" y="9261"/>
                  </a:cubicBezTo>
                  <a:cubicBezTo>
                    <a:pt x="15259" y="8878"/>
                    <a:pt x="15454" y="8301"/>
                    <a:pt x="15454" y="7729"/>
                  </a:cubicBezTo>
                  <a:cubicBezTo>
                    <a:pt x="15454" y="6513"/>
                    <a:pt x="14493" y="5558"/>
                    <a:pt x="13344" y="5558"/>
                  </a:cubicBezTo>
                  <a:lnTo>
                    <a:pt x="9896" y="5558"/>
                  </a:lnTo>
                  <a:lnTo>
                    <a:pt x="9896" y="2171"/>
                  </a:lnTo>
                  <a:cubicBezTo>
                    <a:pt x="9896" y="1533"/>
                    <a:pt x="9640" y="1022"/>
                    <a:pt x="9257" y="639"/>
                  </a:cubicBezTo>
                  <a:cubicBezTo>
                    <a:pt x="8874" y="256"/>
                    <a:pt x="8302" y="0"/>
                    <a:pt x="7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3"/>
          <p:cNvSpPr/>
          <p:nvPr/>
        </p:nvSpPr>
        <p:spPr>
          <a:xfrm>
            <a:off x="8495151" y="225675"/>
            <a:ext cx="84919" cy="84919"/>
          </a:xfrm>
          <a:custGeom>
            <a:avLst/>
            <a:gdLst/>
            <a:ahLst/>
            <a:cxnLst/>
            <a:rect l="l" t="t" r="r" b="b"/>
            <a:pathLst>
              <a:path w="6409" h="6409" extrusionOk="0">
                <a:moveTo>
                  <a:pt x="3206" y="1"/>
                </a:moveTo>
                <a:cubicBezTo>
                  <a:pt x="1462" y="1"/>
                  <a:pt x="0" y="1462"/>
                  <a:pt x="0" y="3203"/>
                </a:cubicBezTo>
                <a:cubicBezTo>
                  <a:pt x="0" y="4947"/>
                  <a:pt x="1462" y="6409"/>
                  <a:pt x="3206" y="6409"/>
                </a:cubicBezTo>
                <a:cubicBezTo>
                  <a:pt x="4947" y="6409"/>
                  <a:pt x="6408" y="4947"/>
                  <a:pt x="6408" y="3203"/>
                </a:cubicBezTo>
                <a:cubicBezTo>
                  <a:pt x="6408" y="1462"/>
                  <a:pt x="4947" y="1"/>
                  <a:pt x="32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txBox="1">
            <a:spLocks noGrp="1"/>
          </p:cNvSpPr>
          <p:nvPr>
            <p:ph type="title"/>
          </p:nvPr>
        </p:nvSpPr>
        <p:spPr>
          <a:xfrm>
            <a:off x="4344700" y="2550375"/>
            <a:ext cx="4084200" cy="736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8" name="Google Shape;38;p3"/>
          <p:cNvSpPr txBox="1">
            <a:spLocks noGrp="1"/>
          </p:cNvSpPr>
          <p:nvPr>
            <p:ph type="title" idx="2" hasCustomPrompt="1"/>
          </p:nvPr>
        </p:nvSpPr>
        <p:spPr>
          <a:xfrm>
            <a:off x="4344700" y="1856300"/>
            <a:ext cx="906000" cy="6942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solidFill>
                  <a:schemeClr val="accent6"/>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4"/>
        <p:cNvGrpSpPr/>
        <p:nvPr/>
      </p:nvGrpSpPr>
      <p:grpSpPr>
        <a:xfrm>
          <a:off x="0" y="0"/>
          <a:ext cx="0" cy="0"/>
          <a:chOff x="0" y="0"/>
          <a:chExt cx="0" cy="0"/>
        </a:xfrm>
      </p:grpSpPr>
      <p:sp>
        <p:nvSpPr>
          <p:cNvPr id="65" name="Google Shape;65;p5"/>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 name="Google Shape;66;p5"/>
          <p:cNvGrpSpPr/>
          <p:nvPr/>
        </p:nvGrpSpPr>
        <p:grpSpPr>
          <a:xfrm>
            <a:off x="8395269" y="0"/>
            <a:ext cx="662535" cy="5143417"/>
            <a:chOff x="8395269" y="0"/>
            <a:chExt cx="662535" cy="5143417"/>
          </a:xfrm>
        </p:grpSpPr>
        <p:sp>
          <p:nvSpPr>
            <p:cNvPr id="67" name="Google Shape;67;p5"/>
            <p:cNvSpPr/>
            <p:nvPr/>
          </p:nvSpPr>
          <p:spPr>
            <a:xfrm>
              <a:off x="8395269" y="3671723"/>
              <a:ext cx="208267" cy="368761"/>
            </a:xfrm>
            <a:custGeom>
              <a:avLst/>
              <a:gdLst/>
              <a:ahLst/>
              <a:cxnLst/>
              <a:rect l="l" t="t" r="r" b="b"/>
              <a:pathLst>
                <a:path w="14221" h="25180" extrusionOk="0">
                  <a:moveTo>
                    <a:pt x="0" y="1"/>
                  </a:moveTo>
                  <a:lnTo>
                    <a:pt x="0" y="8116"/>
                  </a:lnTo>
                  <a:cubicBezTo>
                    <a:pt x="0" y="13685"/>
                    <a:pt x="2726" y="18781"/>
                    <a:pt x="7347" y="21805"/>
                  </a:cubicBezTo>
                  <a:lnTo>
                    <a:pt x="12500" y="25180"/>
                  </a:lnTo>
                  <a:lnTo>
                    <a:pt x="14220" y="22516"/>
                  </a:lnTo>
                  <a:lnTo>
                    <a:pt x="9063" y="19136"/>
                  </a:lnTo>
                  <a:cubicBezTo>
                    <a:pt x="5390" y="16710"/>
                    <a:pt x="3138" y="12562"/>
                    <a:pt x="3138" y="8116"/>
                  </a:cubicBezTo>
                  <a:lnTo>
                    <a:pt x="31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8395269" y="4009250"/>
              <a:ext cx="208267" cy="1134167"/>
            </a:xfrm>
            <a:custGeom>
              <a:avLst/>
              <a:gdLst/>
              <a:ahLst/>
              <a:cxnLst/>
              <a:rect l="l" t="t" r="r" b="b"/>
              <a:pathLst>
                <a:path w="14221" h="77444" extrusionOk="0">
                  <a:moveTo>
                    <a:pt x="12500" y="1"/>
                  </a:moveTo>
                  <a:lnTo>
                    <a:pt x="7347" y="3381"/>
                  </a:lnTo>
                  <a:cubicBezTo>
                    <a:pt x="2726" y="6400"/>
                    <a:pt x="0" y="11496"/>
                    <a:pt x="0" y="17065"/>
                  </a:cubicBezTo>
                  <a:lnTo>
                    <a:pt x="0" y="77444"/>
                  </a:lnTo>
                  <a:lnTo>
                    <a:pt x="3138" y="77444"/>
                  </a:lnTo>
                  <a:lnTo>
                    <a:pt x="3138" y="17065"/>
                  </a:lnTo>
                  <a:cubicBezTo>
                    <a:pt x="3138" y="12624"/>
                    <a:pt x="5390" y="8476"/>
                    <a:pt x="9063" y="6045"/>
                  </a:cubicBezTo>
                  <a:lnTo>
                    <a:pt x="14220" y="2670"/>
                  </a:lnTo>
                  <a:lnTo>
                    <a:pt x="125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9016587" y="4353792"/>
              <a:ext cx="15" cy="15"/>
            </a:xfrm>
            <a:custGeom>
              <a:avLst/>
              <a:gdLst/>
              <a:ahLst/>
              <a:cxnLst/>
              <a:rect l="l" t="t" r="r" b="b"/>
              <a:pathLst>
                <a:path w="1" h="1" extrusionOk="0">
                  <a:moveTo>
                    <a:pt x="1" y="1"/>
                  </a:move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8813995" y="3677866"/>
              <a:ext cx="243810" cy="692460"/>
            </a:xfrm>
            <a:custGeom>
              <a:avLst/>
              <a:gdLst/>
              <a:ahLst/>
              <a:cxnLst/>
              <a:rect l="l" t="t" r="r" b="b"/>
              <a:pathLst>
                <a:path w="16648" h="47283" extrusionOk="0">
                  <a:moveTo>
                    <a:pt x="3437" y="1"/>
                  </a:moveTo>
                  <a:cubicBezTo>
                    <a:pt x="2252" y="1"/>
                    <a:pt x="1067" y="295"/>
                    <a:pt x="1" y="830"/>
                  </a:cubicBezTo>
                  <a:lnTo>
                    <a:pt x="1" y="46453"/>
                  </a:lnTo>
                  <a:cubicBezTo>
                    <a:pt x="1067" y="46984"/>
                    <a:pt x="2252" y="47283"/>
                    <a:pt x="3437" y="47283"/>
                  </a:cubicBezTo>
                  <a:cubicBezTo>
                    <a:pt x="4504" y="47283"/>
                    <a:pt x="5452" y="47103"/>
                    <a:pt x="6400" y="46690"/>
                  </a:cubicBezTo>
                  <a:lnTo>
                    <a:pt x="6457" y="46690"/>
                  </a:lnTo>
                  <a:cubicBezTo>
                    <a:pt x="7940" y="46098"/>
                    <a:pt x="9362" y="44970"/>
                    <a:pt x="10604" y="43548"/>
                  </a:cubicBezTo>
                  <a:cubicBezTo>
                    <a:pt x="14221" y="39343"/>
                    <a:pt x="16648" y="31996"/>
                    <a:pt x="16648" y="23639"/>
                  </a:cubicBezTo>
                  <a:cubicBezTo>
                    <a:pt x="16648" y="15169"/>
                    <a:pt x="14159" y="7703"/>
                    <a:pt x="10367" y="3494"/>
                  </a:cubicBezTo>
                  <a:cubicBezTo>
                    <a:pt x="10310" y="3437"/>
                    <a:pt x="10249" y="3319"/>
                    <a:pt x="10130" y="3257"/>
                  </a:cubicBezTo>
                  <a:cubicBezTo>
                    <a:pt x="8177" y="1186"/>
                    <a:pt x="5926" y="1"/>
                    <a:pt x="34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8627392" y="3650933"/>
              <a:ext cx="373140" cy="373140"/>
            </a:xfrm>
            <a:custGeom>
              <a:avLst/>
              <a:gdLst/>
              <a:ahLst/>
              <a:cxnLst/>
              <a:rect l="l" t="t" r="r" b="b"/>
              <a:pathLst>
                <a:path w="25479" h="25479" extrusionOk="0">
                  <a:moveTo>
                    <a:pt x="12742" y="1"/>
                  </a:moveTo>
                  <a:cubicBezTo>
                    <a:pt x="12443" y="1"/>
                    <a:pt x="12206" y="1"/>
                    <a:pt x="11969" y="62"/>
                  </a:cubicBezTo>
                  <a:lnTo>
                    <a:pt x="11495" y="62"/>
                  </a:lnTo>
                  <a:cubicBezTo>
                    <a:pt x="11438" y="62"/>
                    <a:pt x="11376" y="62"/>
                    <a:pt x="11258" y="119"/>
                  </a:cubicBezTo>
                  <a:lnTo>
                    <a:pt x="11021" y="119"/>
                  </a:lnTo>
                  <a:cubicBezTo>
                    <a:pt x="10964" y="119"/>
                    <a:pt x="10902" y="119"/>
                    <a:pt x="10784" y="181"/>
                  </a:cubicBezTo>
                  <a:lnTo>
                    <a:pt x="10547" y="181"/>
                  </a:lnTo>
                  <a:cubicBezTo>
                    <a:pt x="10490" y="238"/>
                    <a:pt x="10428" y="238"/>
                    <a:pt x="10372" y="238"/>
                  </a:cubicBezTo>
                  <a:cubicBezTo>
                    <a:pt x="9836" y="356"/>
                    <a:pt x="9305" y="475"/>
                    <a:pt x="8769" y="655"/>
                  </a:cubicBezTo>
                  <a:cubicBezTo>
                    <a:pt x="8713" y="655"/>
                    <a:pt x="8651" y="655"/>
                    <a:pt x="8594" y="712"/>
                  </a:cubicBezTo>
                  <a:cubicBezTo>
                    <a:pt x="8414" y="773"/>
                    <a:pt x="8177" y="830"/>
                    <a:pt x="8002" y="892"/>
                  </a:cubicBezTo>
                  <a:cubicBezTo>
                    <a:pt x="7940" y="949"/>
                    <a:pt x="7883" y="949"/>
                    <a:pt x="7821" y="1010"/>
                  </a:cubicBezTo>
                  <a:cubicBezTo>
                    <a:pt x="7646" y="1067"/>
                    <a:pt x="7466" y="1129"/>
                    <a:pt x="7347" y="1186"/>
                  </a:cubicBezTo>
                  <a:cubicBezTo>
                    <a:pt x="7172" y="1247"/>
                    <a:pt x="7054" y="1366"/>
                    <a:pt x="6935" y="1423"/>
                  </a:cubicBezTo>
                  <a:cubicBezTo>
                    <a:pt x="6873" y="1423"/>
                    <a:pt x="6817" y="1484"/>
                    <a:pt x="6755" y="1484"/>
                  </a:cubicBezTo>
                  <a:cubicBezTo>
                    <a:pt x="6636" y="1541"/>
                    <a:pt x="6580" y="1603"/>
                    <a:pt x="6518" y="1603"/>
                  </a:cubicBezTo>
                  <a:cubicBezTo>
                    <a:pt x="6461" y="1660"/>
                    <a:pt x="6399" y="1660"/>
                    <a:pt x="6343" y="1721"/>
                  </a:cubicBezTo>
                  <a:cubicBezTo>
                    <a:pt x="6281" y="1778"/>
                    <a:pt x="6224" y="1778"/>
                    <a:pt x="6162" y="1840"/>
                  </a:cubicBezTo>
                  <a:cubicBezTo>
                    <a:pt x="6106" y="1897"/>
                    <a:pt x="6044" y="1897"/>
                    <a:pt x="5925" y="1958"/>
                  </a:cubicBezTo>
                  <a:cubicBezTo>
                    <a:pt x="5869" y="2015"/>
                    <a:pt x="5807" y="2015"/>
                    <a:pt x="5750" y="2077"/>
                  </a:cubicBezTo>
                  <a:cubicBezTo>
                    <a:pt x="5632" y="2195"/>
                    <a:pt x="5513" y="2252"/>
                    <a:pt x="5333" y="2371"/>
                  </a:cubicBezTo>
                  <a:cubicBezTo>
                    <a:pt x="5276" y="2371"/>
                    <a:pt x="5214" y="2432"/>
                    <a:pt x="5157" y="2489"/>
                  </a:cubicBezTo>
                  <a:cubicBezTo>
                    <a:pt x="5157" y="2551"/>
                    <a:pt x="5096" y="2551"/>
                    <a:pt x="5039" y="2608"/>
                  </a:cubicBezTo>
                  <a:cubicBezTo>
                    <a:pt x="4977" y="2669"/>
                    <a:pt x="4920" y="2669"/>
                    <a:pt x="4859" y="2726"/>
                  </a:cubicBezTo>
                  <a:cubicBezTo>
                    <a:pt x="4740" y="2845"/>
                    <a:pt x="4622" y="2906"/>
                    <a:pt x="4503" y="3025"/>
                  </a:cubicBezTo>
                  <a:lnTo>
                    <a:pt x="4328" y="3200"/>
                  </a:lnTo>
                  <a:cubicBezTo>
                    <a:pt x="4209" y="3319"/>
                    <a:pt x="4091" y="3380"/>
                    <a:pt x="3972" y="3499"/>
                  </a:cubicBezTo>
                  <a:lnTo>
                    <a:pt x="3792" y="3674"/>
                  </a:lnTo>
                  <a:lnTo>
                    <a:pt x="3674" y="3793"/>
                  </a:lnTo>
                  <a:cubicBezTo>
                    <a:pt x="3380" y="4091"/>
                    <a:pt x="3143" y="4328"/>
                    <a:pt x="2906" y="4622"/>
                  </a:cubicBezTo>
                  <a:cubicBezTo>
                    <a:pt x="2844" y="4684"/>
                    <a:pt x="2844" y="4741"/>
                    <a:pt x="2787" y="4802"/>
                  </a:cubicBezTo>
                  <a:lnTo>
                    <a:pt x="2607" y="4978"/>
                  </a:lnTo>
                  <a:cubicBezTo>
                    <a:pt x="2550" y="5096"/>
                    <a:pt x="2432" y="5215"/>
                    <a:pt x="2313" y="5395"/>
                  </a:cubicBezTo>
                  <a:cubicBezTo>
                    <a:pt x="2313" y="5452"/>
                    <a:pt x="2252" y="5452"/>
                    <a:pt x="2252" y="5513"/>
                  </a:cubicBezTo>
                  <a:cubicBezTo>
                    <a:pt x="2195" y="5570"/>
                    <a:pt x="2195" y="5632"/>
                    <a:pt x="2133" y="5689"/>
                  </a:cubicBezTo>
                  <a:cubicBezTo>
                    <a:pt x="2076" y="5750"/>
                    <a:pt x="2076" y="5807"/>
                    <a:pt x="2015" y="5869"/>
                  </a:cubicBezTo>
                  <a:cubicBezTo>
                    <a:pt x="1958" y="5926"/>
                    <a:pt x="1896" y="5987"/>
                    <a:pt x="1896" y="6044"/>
                  </a:cubicBezTo>
                  <a:cubicBezTo>
                    <a:pt x="1839" y="6106"/>
                    <a:pt x="1778" y="6224"/>
                    <a:pt x="1778" y="6281"/>
                  </a:cubicBezTo>
                  <a:cubicBezTo>
                    <a:pt x="1721" y="6343"/>
                    <a:pt x="1659" y="6400"/>
                    <a:pt x="1659" y="6461"/>
                  </a:cubicBezTo>
                  <a:cubicBezTo>
                    <a:pt x="1602" y="6518"/>
                    <a:pt x="1541" y="6580"/>
                    <a:pt x="1541" y="6698"/>
                  </a:cubicBezTo>
                  <a:cubicBezTo>
                    <a:pt x="1484" y="6755"/>
                    <a:pt x="1422" y="6817"/>
                    <a:pt x="1422" y="6874"/>
                  </a:cubicBezTo>
                  <a:cubicBezTo>
                    <a:pt x="1128" y="7466"/>
                    <a:pt x="891" y="8059"/>
                    <a:pt x="654" y="8651"/>
                  </a:cubicBezTo>
                  <a:cubicBezTo>
                    <a:pt x="417" y="9305"/>
                    <a:pt x="299" y="9955"/>
                    <a:pt x="180" y="10666"/>
                  </a:cubicBezTo>
                  <a:cubicBezTo>
                    <a:pt x="62" y="11320"/>
                    <a:pt x="0" y="12031"/>
                    <a:pt x="0" y="12742"/>
                  </a:cubicBezTo>
                  <a:lnTo>
                    <a:pt x="0" y="13036"/>
                  </a:lnTo>
                  <a:lnTo>
                    <a:pt x="0" y="13216"/>
                  </a:lnTo>
                  <a:lnTo>
                    <a:pt x="0" y="13334"/>
                  </a:lnTo>
                  <a:lnTo>
                    <a:pt x="0" y="13391"/>
                  </a:lnTo>
                  <a:lnTo>
                    <a:pt x="0" y="13571"/>
                  </a:lnTo>
                  <a:lnTo>
                    <a:pt x="0" y="13628"/>
                  </a:lnTo>
                  <a:cubicBezTo>
                    <a:pt x="0" y="13747"/>
                    <a:pt x="62" y="13865"/>
                    <a:pt x="62" y="13927"/>
                  </a:cubicBezTo>
                  <a:lnTo>
                    <a:pt x="62" y="14102"/>
                  </a:lnTo>
                  <a:lnTo>
                    <a:pt x="62" y="14339"/>
                  </a:lnTo>
                  <a:cubicBezTo>
                    <a:pt x="119" y="14401"/>
                    <a:pt x="119" y="14458"/>
                    <a:pt x="119" y="14458"/>
                  </a:cubicBezTo>
                  <a:lnTo>
                    <a:pt x="119" y="14576"/>
                  </a:lnTo>
                  <a:cubicBezTo>
                    <a:pt x="119" y="14638"/>
                    <a:pt x="119" y="14695"/>
                    <a:pt x="180" y="14813"/>
                  </a:cubicBezTo>
                  <a:lnTo>
                    <a:pt x="180" y="14932"/>
                  </a:lnTo>
                  <a:lnTo>
                    <a:pt x="180" y="15050"/>
                  </a:lnTo>
                  <a:cubicBezTo>
                    <a:pt x="180" y="15050"/>
                    <a:pt x="180" y="15112"/>
                    <a:pt x="237" y="15112"/>
                  </a:cubicBezTo>
                  <a:lnTo>
                    <a:pt x="237" y="15169"/>
                  </a:lnTo>
                  <a:lnTo>
                    <a:pt x="237" y="15230"/>
                  </a:lnTo>
                  <a:lnTo>
                    <a:pt x="237" y="15287"/>
                  </a:lnTo>
                  <a:cubicBezTo>
                    <a:pt x="237" y="15406"/>
                    <a:pt x="299" y="15467"/>
                    <a:pt x="299" y="15524"/>
                  </a:cubicBezTo>
                  <a:cubicBezTo>
                    <a:pt x="299" y="15586"/>
                    <a:pt x="299" y="15643"/>
                    <a:pt x="356" y="15761"/>
                  </a:cubicBezTo>
                  <a:lnTo>
                    <a:pt x="356" y="15880"/>
                  </a:lnTo>
                  <a:cubicBezTo>
                    <a:pt x="356" y="15942"/>
                    <a:pt x="417" y="15942"/>
                    <a:pt x="417" y="15998"/>
                  </a:cubicBezTo>
                  <a:cubicBezTo>
                    <a:pt x="417" y="16060"/>
                    <a:pt x="417" y="16117"/>
                    <a:pt x="474" y="16179"/>
                  </a:cubicBezTo>
                  <a:lnTo>
                    <a:pt x="474" y="16235"/>
                  </a:lnTo>
                  <a:lnTo>
                    <a:pt x="474" y="16297"/>
                  </a:lnTo>
                  <a:cubicBezTo>
                    <a:pt x="474" y="16354"/>
                    <a:pt x="536" y="16416"/>
                    <a:pt x="536" y="16472"/>
                  </a:cubicBezTo>
                  <a:lnTo>
                    <a:pt x="536" y="16534"/>
                  </a:lnTo>
                  <a:cubicBezTo>
                    <a:pt x="593" y="16591"/>
                    <a:pt x="593" y="16653"/>
                    <a:pt x="593" y="16653"/>
                  </a:cubicBezTo>
                  <a:cubicBezTo>
                    <a:pt x="593" y="16709"/>
                    <a:pt x="593" y="16709"/>
                    <a:pt x="654" y="16771"/>
                  </a:cubicBezTo>
                  <a:lnTo>
                    <a:pt x="654" y="16828"/>
                  </a:lnTo>
                  <a:cubicBezTo>
                    <a:pt x="654" y="16890"/>
                    <a:pt x="711" y="16890"/>
                    <a:pt x="711" y="16946"/>
                  </a:cubicBezTo>
                  <a:lnTo>
                    <a:pt x="711" y="17008"/>
                  </a:lnTo>
                  <a:cubicBezTo>
                    <a:pt x="711" y="17065"/>
                    <a:pt x="773" y="17127"/>
                    <a:pt x="773" y="17127"/>
                  </a:cubicBezTo>
                  <a:lnTo>
                    <a:pt x="773" y="17183"/>
                  </a:lnTo>
                  <a:cubicBezTo>
                    <a:pt x="830" y="17245"/>
                    <a:pt x="830" y="17302"/>
                    <a:pt x="830" y="17364"/>
                  </a:cubicBezTo>
                  <a:cubicBezTo>
                    <a:pt x="891" y="17420"/>
                    <a:pt x="891" y="17482"/>
                    <a:pt x="891" y="17539"/>
                  </a:cubicBezTo>
                  <a:lnTo>
                    <a:pt x="948" y="17539"/>
                  </a:lnTo>
                  <a:lnTo>
                    <a:pt x="948" y="17657"/>
                  </a:lnTo>
                  <a:cubicBezTo>
                    <a:pt x="948" y="17657"/>
                    <a:pt x="1010" y="17719"/>
                    <a:pt x="1010" y="17776"/>
                  </a:cubicBezTo>
                  <a:lnTo>
                    <a:pt x="1010" y="17838"/>
                  </a:lnTo>
                  <a:cubicBezTo>
                    <a:pt x="1067" y="17894"/>
                    <a:pt x="1067" y="17956"/>
                    <a:pt x="1128" y="18013"/>
                  </a:cubicBezTo>
                  <a:cubicBezTo>
                    <a:pt x="1128" y="18075"/>
                    <a:pt x="1185" y="18075"/>
                    <a:pt x="1185" y="18131"/>
                  </a:cubicBezTo>
                  <a:cubicBezTo>
                    <a:pt x="1185" y="18193"/>
                    <a:pt x="1247" y="18250"/>
                    <a:pt x="1247" y="18312"/>
                  </a:cubicBezTo>
                  <a:cubicBezTo>
                    <a:pt x="1304" y="18430"/>
                    <a:pt x="1365" y="18487"/>
                    <a:pt x="1422" y="18605"/>
                  </a:cubicBezTo>
                  <a:cubicBezTo>
                    <a:pt x="1422" y="18667"/>
                    <a:pt x="1484" y="18724"/>
                    <a:pt x="1541" y="18842"/>
                  </a:cubicBezTo>
                  <a:cubicBezTo>
                    <a:pt x="1602" y="18904"/>
                    <a:pt x="1602" y="18961"/>
                    <a:pt x="1659" y="19023"/>
                  </a:cubicBezTo>
                  <a:lnTo>
                    <a:pt x="1659" y="19079"/>
                  </a:lnTo>
                  <a:cubicBezTo>
                    <a:pt x="1721" y="19141"/>
                    <a:pt x="1721" y="19198"/>
                    <a:pt x="1778" y="19260"/>
                  </a:cubicBezTo>
                  <a:cubicBezTo>
                    <a:pt x="1778" y="19316"/>
                    <a:pt x="1778" y="19316"/>
                    <a:pt x="1839" y="19316"/>
                  </a:cubicBezTo>
                  <a:cubicBezTo>
                    <a:pt x="1839" y="19378"/>
                    <a:pt x="1896" y="19435"/>
                    <a:pt x="1958" y="19497"/>
                  </a:cubicBezTo>
                  <a:cubicBezTo>
                    <a:pt x="1958" y="19553"/>
                    <a:pt x="2015" y="19615"/>
                    <a:pt x="2015" y="19672"/>
                  </a:cubicBezTo>
                  <a:cubicBezTo>
                    <a:pt x="2076" y="19734"/>
                    <a:pt x="2133" y="19790"/>
                    <a:pt x="2133" y="19852"/>
                  </a:cubicBezTo>
                  <a:cubicBezTo>
                    <a:pt x="2195" y="19909"/>
                    <a:pt x="2195" y="19971"/>
                    <a:pt x="2252" y="20027"/>
                  </a:cubicBezTo>
                  <a:cubicBezTo>
                    <a:pt x="2313" y="20089"/>
                    <a:pt x="2370" y="20146"/>
                    <a:pt x="2432" y="20264"/>
                  </a:cubicBezTo>
                  <a:cubicBezTo>
                    <a:pt x="2489" y="20326"/>
                    <a:pt x="2550" y="20383"/>
                    <a:pt x="2607" y="20501"/>
                  </a:cubicBezTo>
                  <a:lnTo>
                    <a:pt x="2787" y="20682"/>
                  </a:lnTo>
                  <a:cubicBezTo>
                    <a:pt x="2844" y="20800"/>
                    <a:pt x="2906" y="20857"/>
                    <a:pt x="2963" y="20919"/>
                  </a:cubicBezTo>
                  <a:cubicBezTo>
                    <a:pt x="3081" y="21037"/>
                    <a:pt x="3200" y="21212"/>
                    <a:pt x="3318" y="21393"/>
                  </a:cubicBezTo>
                  <a:cubicBezTo>
                    <a:pt x="3911" y="21985"/>
                    <a:pt x="4503" y="22516"/>
                    <a:pt x="5157" y="22990"/>
                  </a:cubicBezTo>
                  <a:cubicBezTo>
                    <a:pt x="6518" y="24000"/>
                    <a:pt x="8120" y="24767"/>
                    <a:pt x="9836" y="25123"/>
                  </a:cubicBezTo>
                  <a:cubicBezTo>
                    <a:pt x="10784" y="25360"/>
                    <a:pt x="11732" y="25478"/>
                    <a:pt x="12742" y="25478"/>
                  </a:cubicBezTo>
                  <a:cubicBezTo>
                    <a:pt x="13509" y="25478"/>
                    <a:pt x="14339" y="25422"/>
                    <a:pt x="15112" y="25241"/>
                  </a:cubicBezTo>
                  <a:cubicBezTo>
                    <a:pt x="15287" y="25241"/>
                    <a:pt x="15406" y="25185"/>
                    <a:pt x="15586" y="25123"/>
                  </a:cubicBezTo>
                  <a:cubicBezTo>
                    <a:pt x="16889" y="24829"/>
                    <a:pt x="18131" y="24355"/>
                    <a:pt x="19198" y="23701"/>
                  </a:cubicBezTo>
                  <a:cubicBezTo>
                    <a:pt x="19378" y="23582"/>
                    <a:pt x="19496" y="23526"/>
                    <a:pt x="19615" y="23464"/>
                  </a:cubicBezTo>
                  <a:cubicBezTo>
                    <a:pt x="23108" y="21156"/>
                    <a:pt x="25478" y="17245"/>
                    <a:pt x="25478" y="12742"/>
                  </a:cubicBezTo>
                  <a:cubicBezTo>
                    <a:pt x="25478" y="10016"/>
                    <a:pt x="24592" y="7466"/>
                    <a:pt x="23108" y="5395"/>
                  </a:cubicBezTo>
                  <a:cubicBezTo>
                    <a:pt x="23051" y="5276"/>
                    <a:pt x="22990" y="5215"/>
                    <a:pt x="22871" y="5096"/>
                  </a:cubicBezTo>
                  <a:cubicBezTo>
                    <a:pt x="21866" y="3736"/>
                    <a:pt x="20620" y="2608"/>
                    <a:pt x="19198" y="1778"/>
                  </a:cubicBezTo>
                  <a:cubicBezTo>
                    <a:pt x="19079" y="1721"/>
                    <a:pt x="19022" y="1721"/>
                    <a:pt x="18961" y="1660"/>
                  </a:cubicBezTo>
                  <a:cubicBezTo>
                    <a:pt x="18842" y="1603"/>
                    <a:pt x="18724" y="1541"/>
                    <a:pt x="18605" y="1423"/>
                  </a:cubicBezTo>
                  <a:cubicBezTo>
                    <a:pt x="18548" y="1423"/>
                    <a:pt x="18487" y="1423"/>
                    <a:pt x="18430" y="1366"/>
                  </a:cubicBezTo>
                  <a:cubicBezTo>
                    <a:pt x="18368" y="1366"/>
                    <a:pt x="18311" y="1304"/>
                    <a:pt x="18250" y="1304"/>
                  </a:cubicBezTo>
                  <a:cubicBezTo>
                    <a:pt x="18193" y="1247"/>
                    <a:pt x="18131" y="1247"/>
                    <a:pt x="18074" y="1186"/>
                  </a:cubicBezTo>
                  <a:cubicBezTo>
                    <a:pt x="17837" y="1067"/>
                    <a:pt x="17600" y="949"/>
                    <a:pt x="17302" y="892"/>
                  </a:cubicBezTo>
                  <a:lnTo>
                    <a:pt x="17302" y="830"/>
                  </a:lnTo>
                  <a:cubicBezTo>
                    <a:pt x="17245" y="830"/>
                    <a:pt x="17183" y="830"/>
                    <a:pt x="17126" y="773"/>
                  </a:cubicBezTo>
                  <a:cubicBezTo>
                    <a:pt x="17065" y="773"/>
                    <a:pt x="16946" y="712"/>
                    <a:pt x="16889" y="712"/>
                  </a:cubicBezTo>
                  <a:cubicBezTo>
                    <a:pt x="16828" y="712"/>
                    <a:pt x="16771" y="655"/>
                    <a:pt x="16709" y="655"/>
                  </a:cubicBezTo>
                  <a:cubicBezTo>
                    <a:pt x="16652" y="655"/>
                    <a:pt x="16591" y="593"/>
                    <a:pt x="16534" y="593"/>
                  </a:cubicBezTo>
                  <a:cubicBezTo>
                    <a:pt x="16297" y="536"/>
                    <a:pt x="16117" y="475"/>
                    <a:pt x="15941" y="418"/>
                  </a:cubicBezTo>
                  <a:cubicBezTo>
                    <a:pt x="15823" y="418"/>
                    <a:pt x="15704" y="356"/>
                    <a:pt x="15586" y="356"/>
                  </a:cubicBezTo>
                  <a:cubicBezTo>
                    <a:pt x="15406" y="299"/>
                    <a:pt x="15230" y="238"/>
                    <a:pt x="15050" y="238"/>
                  </a:cubicBezTo>
                  <a:cubicBezTo>
                    <a:pt x="14993" y="238"/>
                    <a:pt x="14932" y="181"/>
                    <a:pt x="14875" y="181"/>
                  </a:cubicBezTo>
                  <a:lnTo>
                    <a:pt x="14638" y="181"/>
                  </a:lnTo>
                  <a:cubicBezTo>
                    <a:pt x="14519" y="119"/>
                    <a:pt x="14401" y="119"/>
                    <a:pt x="14339" y="119"/>
                  </a:cubicBezTo>
                  <a:cubicBezTo>
                    <a:pt x="14164" y="119"/>
                    <a:pt x="13984" y="62"/>
                    <a:pt x="13865" y="62"/>
                  </a:cubicBezTo>
                  <a:lnTo>
                    <a:pt x="13453" y="62"/>
                  </a:lnTo>
                  <a:cubicBezTo>
                    <a:pt x="13334" y="1"/>
                    <a:pt x="13272" y="1"/>
                    <a:pt x="13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8813995" y="3677866"/>
              <a:ext cx="151839" cy="229926"/>
            </a:xfrm>
            <a:custGeom>
              <a:avLst/>
              <a:gdLst/>
              <a:ahLst/>
              <a:cxnLst/>
              <a:rect l="l" t="t" r="r" b="b"/>
              <a:pathLst>
                <a:path w="10368" h="15700" extrusionOk="0">
                  <a:moveTo>
                    <a:pt x="3437" y="1"/>
                  </a:moveTo>
                  <a:cubicBezTo>
                    <a:pt x="2252" y="1"/>
                    <a:pt x="1067" y="295"/>
                    <a:pt x="1" y="830"/>
                  </a:cubicBezTo>
                  <a:lnTo>
                    <a:pt x="1" y="15288"/>
                  </a:lnTo>
                  <a:cubicBezTo>
                    <a:pt x="413" y="15406"/>
                    <a:pt x="830" y="15525"/>
                    <a:pt x="1243" y="15700"/>
                  </a:cubicBezTo>
                  <a:cubicBezTo>
                    <a:pt x="2428" y="14814"/>
                    <a:pt x="3437" y="13922"/>
                    <a:pt x="4442" y="12856"/>
                  </a:cubicBezTo>
                  <a:cubicBezTo>
                    <a:pt x="7168" y="9955"/>
                    <a:pt x="9064" y="6518"/>
                    <a:pt x="10367" y="3556"/>
                  </a:cubicBezTo>
                  <a:lnTo>
                    <a:pt x="10367" y="3494"/>
                  </a:lnTo>
                  <a:cubicBezTo>
                    <a:pt x="10310" y="3437"/>
                    <a:pt x="10249" y="3319"/>
                    <a:pt x="10130" y="3257"/>
                  </a:cubicBezTo>
                  <a:cubicBezTo>
                    <a:pt x="8177" y="1186"/>
                    <a:pt x="5926" y="1"/>
                    <a:pt x="34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8627392" y="4014573"/>
              <a:ext cx="373140" cy="373125"/>
            </a:xfrm>
            <a:custGeom>
              <a:avLst/>
              <a:gdLst/>
              <a:ahLst/>
              <a:cxnLst/>
              <a:rect l="l" t="t" r="r" b="b"/>
              <a:pathLst>
                <a:path w="25479" h="25478" extrusionOk="0">
                  <a:moveTo>
                    <a:pt x="12742" y="0"/>
                  </a:moveTo>
                  <a:cubicBezTo>
                    <a:pt x="12386" y="0"/>
                    <a:pt x="12087" y="0"/>
                    <a:pt x="11732" y="57"/>
                  </a:cubicBezTo>
                  <a:cubicBezTo>
                    <a:pt x="11083" y="57"/>
                    <a:pt x="10490" y="175"/>
                    <a:pt x="9836" y="294"/>
                  </a:cubicBezTo>
                  <a:cubicBezTo>
                    <a:pt x="8058" y="711"/>
                    <a:pt x="6461" y="1541"/>
                    <a:pt x="5039" y="2546"/>
                  </a:cubicBezTo>
                  <a:cubicBezTo>
                    <a:pt x="4328" y="3081"/>
                    <a:pt x="3674" y="3674"/>
                    <a:pt x="3143" y="4385"/>
                  </a:cubicBezTo>
                  <a:cubicBezTo>
                    <a:pt x="1185" y="6575"/>
                    <a:pt x="0" y="9537"/>
                    <a:pt x="0" y="12737"/>
                  </a:cubicBezTo>
                  <a:cubicBezTo>
                    <a:pt x="0" y="14159"/>
                    <a:pt x="237" y="15524"/>
                    <a:pt x="654" y="16827"/>
                  </a:cubicBezTo>
                  <a:cubicBezTo>
                    <a:pt x="1484" y="19254"/>
                    <a:pt x="3024" y="21387"/>
                    <a:pt x="5039" y="22871"/>
                  </a:cubicBezTo>
                  <a:cubicBezTo>
                    <a:pt x="6935" y="24293"/>
                    <a:pt x="9243" y="25241"/>
                    <a:pt x="11732" y="25416"/>
                  </a:cubicBezTo>
                  <a:cubicBezTo>
                    <a:pt x="12087" y="25478"/>
                    <a:pt x="12386" y="25478"/>
                    <a:pt x="12742" y="25478"/>
                  </a:cubicBezTo>
                  <a:cubicBezTo>
                    <a:pt x="15050" y="25478"/>
                    <a:pt x="17245" y="24824"/>
                    <a:pt x="19141" y="23700"/>
                  </a:cubicBezTo>
                  <a:lnTo>
                    <a:pt x="19198" y="23700"/>
                  </a:lnTo>
                  <a:cubicBezTo>
                    <a:pt x="20738" y="22809"/>
                    <a:pt x="22103" y="21567"/>
                    <a:pt x="23108" y="20084"/>
                  </a:cubicBezTo>
                  <a:cubicBezTo>
                    <a:pt x="24592" y="18012"/>
                    <a:pt x="25478" y="15462"/>
                    <a:pt x="25478" y="12737"/>
                  </a:cubicBezTo>
                  <a:cubicBezTo>
                    <a:pt x="25478" y="8234"/>
                    <a:pt x="23108" y="4323"/>
                    <a:pt x="19615" y="2015"/>
                  </a:cubicBezTo>
                  <a:cubicBezTo>
                    <a:pt x="19553" y="1953"/>
                    <a:pt x="19435" y="1896"/>
                    <a:pt x="19316" y="1834"/>
                  </a:cubicBezTo>
                  <a:cubicBezTo>
                    <a:pt x="18193" y="1123"/>
                    <a:pt x="16946" y="649"/>
                    <a:pt x="15586" y="294"/>
                  </a:cubicBezTo>
                  <a:cubicBezTo>
                    <a:pt x="14695" y="119"/>
                    <a:pt x="13690" y="0"/>
                    <a:pt x="12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9029201" y="4349523"/>
              <a:ext cx="15" cy="15"/>
            </a:xfrm>
            <a:custGeom>
              <a:avLst/>
              <a:gdLst/>
              <a:ahLst/>
              <a:cxnLst/>
              <a:rect l="l" t="t" r="r" b="b"/>
              <a:pathLst>
                <a:path w="1" h="1" extrusionOk="0">
                  <a:moveTo>
                    <a:pt x="1" y="1"/>
                  </a:move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rot="10800000" flipH="1">
              <a:off x="8625646" y="4085591"/>
              <a:ext cx="334960" cy="308922"/>
            </a:xfrm>
            <a:custGeom>
              <a:avLst/>
              <a:gdLst/>
              <a:ahLst/>
              <a:cxnLst/>
              <a:rect l="l" t="t" r="r" b="b"/>
              <a:pathLst>
                <a:path w="22872" h="21094" extrusionOk="0">
                  <a:moveTo>
                    <a:pt x="12742" y="1"/>
                  </a:moveTo>
                  <a:cubicBezTo>
                    <a:pt x="12443" y="1"/>
                    <a:pt x="12206" y="1"/>
                    <a:pt x="11969" y="62"/>
                  </a:cubicBezTo>
                  <a:lnTo>
                    <a:pt x="11495" y="62"/>
                  </a:lnTo>
                  <a:cubicBezTo>
                    <a:pt x="11438" y="62"/>
                    <a:pt x="11376" y="62"/>
                    <a:pt x="11258" y="119"/>
                  </a:cubicBezTo>
                  <a:lnTo>
                    <a:pt x="11021" y="119"/>
                  </a:lnTo>
                  <a:cubicBezTo>
                    <a:pt x="10964" y="119"/>
                    <a:pt x="10902" y="119"/>
                    <a:pt x="10784" y="181"/>
                  </a:cubicBezTo>
                  <a:lnTo>
                    <a:pt x="10547" y="181"/>
                  </a:lnTo>
                  <a:cubicBezTo>
                    <a:pt x="10490" y="238"/>
                    <a:pt x="10428" y="238"/>
                    <a:pt x="10372" y="238"/>
                  </a:cubicBezTo>
                  <a:cubicBezTo>
                    <a:pt x="9836" y="356"/>
                    <a:pt x="9305" y="475"/>
                    <a:pt x="8769" y="655"/>
                  </a:cubicBezTo>
                  <a:cubicBezTo>
                    <a:pt x="8713" y="655"/>
                    <a:pt x="8651" y="655"/>
                    <a:pt x="8594" y="712"/>
                  </a:cubicBezTo>
                  <a:cubicBezTo>
                    <a:pt x="8414" y="773"/>
                    <a:pt x="8177" y="830"/>
                    <a:pt x="8002" y="892"/>
                  </a:cubicBezTo>
                  <a:cubicBezTo>
                    <a:pt x="7940" y="949"/>
                    <a:pt x="7883" y="949"/>
                    <a:pt x="7821" y="1010"/>
                  </a:cubicBezTo>
                  <a:cubicBezTo>
                    <a:pt x="7646" y="1067"/>
                    <a:pt x="7466" y="1129"/>
                    <a:pt x="7347" y="1186"/>
                  </a:cubicBezTo>
                  <a:cubicBezTo>
                    <a:pt x="7172" y="1247"/>
                    <a:pt x="7054" y="1366"/>
                    <a:pt x="6935" y="1423"/>
                  </a:cubicBezTo>
                  <a:cubicBezTo>
                    <a:pt x="6873" y="1423"/>
                    <a:pt x="6817" y="1484"/>
                    <a:pt x="6755" y="1484"/>
                  </a:cubicBezTo>
                  <a:cubicBezTo>
                    <a:pt x="6636" y="1541"/>
                    <a:pt x="6580" y="1603"/>
                    <a:pt x="6518" y="1603"/>
                  </a:cubicBezTo>
                  <a:cubicBezTo>
                    <a:pt x="6461" y="1660"/>
                    <a:pt x="6399" y="1660"/>
                    <a:pt x="6343" y="1721"/>
                  </a:cubicBezTo>
                  <a:cubicBezTo>
                    <a:pt x="6281" y="1778"/>
                    <a:pt x="6224" y="1778"/>
                    <a:pt x="6162" y="1840"/>
                  </a:cubicBezTo>
                  <a:cubicBezTo>
                    <a:pt x="6106" y="1897"/>
                    <a:pt x="6044" y="1897"/>
                    <a:pt x="5925" y="1958"/>
                  </a:cubicBezTo>
                  <a:cubicBezTo>
                    <a:pt x="5869" y="2015"/>
                    <a:pt x="5807" y="2015"/>
                    <a:pt x="5750" y="2077"/>
                  </a:cubicBezTo>
                  <a:cubicBezTo>
                    <a:pt x="5632" y="2195"/>
                    <a:pt x="5513" y="2252"/>
                    <a:pt x="5333" y="2371"/>
                  </a:cubicBezTo>
                  <a:cubicBezTo>
                    <a:pt x="5276" y="2371"/>
                    <a:pt x="5214" y="2432"/>
                    <a:pt x="5157" y="2489"/>
                  </a:cubicBezTo>
                  <a:cubicBezTo>
                    <a:pt x="5157" y="2551"/>
                    <a:pt x="5096" y="2551"/>
                    <a:pt x="5039" y="2608"/>
                  </a:cubicBezTo>
                  <a:cubicBezTo>
                    <a:pt x="4977" y="2669"/>
                    <a:pt x="4920" y="2669"/>
                    <a:pt x="4859" y="2726"/>
                  </a:cubicBezTo>
                  <a:cubicBezTo>
                    <a:pt x="4740" y="2845"/>
                    <a:pt x="4622" y="2906"/>
                    <a:pt x="4503" y="3025"/>
                  </a:cubicBezTo>
                  <a:lnTo>
                    <a:pt x="4328" y="3200"/>
                  </a:lnTo>
                  <a:cubicBezTo>
                    <a:pt x="4209" y="3319"/>
                    <a:pt x="4091" y="3380"/>
                    <a:pt x="3972" y="3499"/>
                  </a:cubicBezTo>
                  <a:lnTo>
                    <a:pt x="3792" y="3674"/>
                  </a:lnTo>
                  <a:lnTo>
                    <a:pt x="3674" y="3793"/>
                  </a:lnTo>
                  <a:cubicBezTo>
                    <a:pt x="3380" y="4091"/>
                    <a:pt x="3143" y="4328"/>
                    <a:pt x="2906" y="4622"/>
                  </a:cubicBezTo>
                  <a:cubicBezTo>
                    <a:pt x="2844" y="4684"/>
                    <a:pt x="2844" y="4741"/>
                    <a:pt x="2787" y="4802"/>
                  </a:cubicBezTo>
                  <a:lnTo>
                    <a:pt x="2607" y="4978"/>
                  </a:lnTo>
                  <a:cubicBezTo>
                    <a:pt x="2550" y="5096"/>
                    <a:pt x="2432" y="5215"/>
                    <a:pt x="2313" y="5395"/>
                  </a:cubicBezTo>
                  <a:cubicBezTo>
                    <a:pt x="2313" y="5452"/>
                    <a:pt x="2252" y="5452"/>
                    <a:pt x="2252" y="5513"/>
                  </a:cubicBezTo>
                  <a:cubicBezTo>
                    <a:pt x="2195" y="5570"/>
                    <a:pt x="2195" y="5632"/>
                    <a:pt x="2133" y="5689"/>
                  </a:cubicBezTo>
                  <a:cubicBezTo>
                    <a:pt x="2076" y="5750"/>
                    <a:pt x="2076" y="5807"/>
                    <a:pt x="2015" y="5869"/>
                  </a:cubicBezTo>
                  <a:cubicBezTo>
                    <a:pt x="1958" y="5926"/>
                    <a:pt x="1896" y="5987"/>
                    <a:pt x="1896" y="6044"/>
                  </a:cubicBezTo>
                  <a:cubicBezTo>
                    <a:pt x="1839" y="6106"/>
                    <a:pt x="1778" y="6224"/>
                    <a:pt x="1778" y="6281"/>
                  </a:cubicBezTo>
                  <a:cubicBezTo>
                    <a:pt x="1721" y="6343"/>
                    <a:pt x="1659" y="6400"/>
                    <a:pt x="1659" y="6461"/>
                  </a:cubicBezTo>
                  <a:cubicBezTo>
                    <a:pt x="1602" y="6518"/>
                    <a:pt x="1541" y="6580"/>
                    <a:pt x="1541" y="6698"/>
                  </a:cubicBezTo>
                  <a:cubicBezTo>
                    <a:pt x="1484" y="6755"/>
                    <a:pt x="1422" y="6817"/>
                    <a:pt x="1422" y="6874"/>
                  </a:cubicBezTo>
                  <a:cubicBezTo>
                    <a:pt x="1128" y="7466"/>
                    <a:pt x="891" y="8059"/>
                    <a:pt x="654" y="8651"/>
                  </a:cubicBezTo>
                  <a:cubicBezTo>
                    <a:pt x="417" y="9305"/>
                    <a:pt x="299" y="9955"/>
                    <a:pt x="180" y="10666"/>
                  </a:cubicBezTo>
                  <a:cubicBezTo>
                    <a:pt x="62" y="11320"/>
                    <a:pt x="0" y="12031"/>
                    <a:pt x="0" y="12742"/>
                  </a:cubicBezTo>
                  <a:lnTo>
                    <a:pt x="0" y="13036"/>
                  </a:lnTo>
                  <a:lnTo>
                    <a:pt x="0" y="13216"/>
                  </a:lnTo>
                  <a:lnTo>
                    <a:pt x="0" y="13334"/>
                  </a:lnTo>
                  <a:lnTo>
                    <a:pt x="0" y="13391"/>
                  </a:lnTo>
                  <a:lnTo>
                    <a:pt x="0" y="13571"/>
                  </a:lnTo>
                  <a:lnTo>
                    <a:pt x="0" y="13628"/>
                  </a:lnTo>
                  <a:cubicBezTo>
                    <a:pt x="0" y="13747"/>
                    <a:pt x="62" y="13865"/>
                    <a:pt x="62" y="13927"/>
                  </a:cubicBezTo>
                  <a:lnTo>
                    <a:pt x="62" y="14102"/>
                  </a:lnTo>
                  <a:lnTo>
                    <a:pt x="62" y="14339"/>
                  </a:lnTo>
                  <a:cubicBezTo>
                    <a:pt x="119" y="14401"/>
                    <a:pt x="119" y="14458"/>
                    <a:pt x="119" y="14458"/>
                  </a:cubicBezTo>
                  <a:lnTo>
                    <a:pt x="119" y="14576"/>
                  </a:lnTo>
                  <a:cubicBezTo>
                    <a:pt x="119" y="14638"/>
                    <a:pt x="119" y="14695"/>
                    <a:pt x="180" y="14813"/>
                  </a:cubicBezTo>
                  <a:lnTo>
                    <a:pt x="180" y="14932"/>
                  </a:lnTo>
                  <a:lnTo>
                    <a:pt x="180" y="15050"/>
                  </a:lnTo>
                  <a:cubicBezTo>
                    <a:pt x="180" y="15050"/>
                    <a:pt x="180" y="15112"/>
                    <a:pt x="237" y="15112"/>
                  </a:cubicBezTo>
                  <a:lnTo>
                    <a:pt x="237" y="15169"/>
                  </a:lnTo>
                  <a:lnTo>
                    <a:pt x="237" y="15230"/>
                  </a:lnTo>
                  <a:lnTo>
                    <a:pt x="237" y="15287"/>
                  </a:lnTo>
                  <a:cubicBezTo>
                    <a:pt x="237" y="15406"/>
                    <a:pt x="299" y="15467"/>
                    <a:pt x="299" y="15524"/>
                  </a:cubicBezTo>
                  <a:cubicBezTo>
                    <a:pt x="299" y="15586"/>
                    <a:pt x="299" y="15643"/>
                    <a:pt x="356" y="15761"/>
                  </a:cubicBezTo>
                  <a:lnTo>
                    <a:pt x="356" y="15880"/>
                  </a:lnTo>
                  <a:cubicBezTo>
                    <a:pt x="356" y="15942"/>
                    <a:pt x="417" y="15942"/>
                    <a:pt x="417" y="15998"/>
                  </a:cubicBezTo>
                  <a:cubicBezTo>
                    <a:pt x="417" y="16060"/>
                    <a:pt x="417" y="16117"/>
                    <a:pt x="474" y="16179"/>
                  </a:cubicBezTo>
                  <a:lnTo>
                    <a:pt x="474" y="16235"/>
                  </a:lnTo>
                  <a:lnTo>
                    <a:pt x="474" y="16297"/>
                  </a:lnTo>
                  <a:cubicBezTo>
                    <a:pt x="474" y="16354"/>
                    <a:pt x="536" y="16416"/>
                    <a:pt x="536" y="16472"/>
                  </a:cubicBezTo>
                  <a:cubicBezTo>
                    <a:pt x="536" y="16534"/>
                    <a:pt x="593" y="16591"/>
                    <a:pt x="593" y="16653"/>
                  </a:cubicBezTo>
                  <a:lnTo>
                    <a:pt x="593" y="16709"/>
                  </a:lnTo>
                  <a:cubicBezTo>
                    <a:pt x="593" y="16709"/>
                    <a:pt x="654" y="16709"/>
                    <a:pt x="654" y="16771"/>
                  </a:cubicBezTo>
                  <a:lnTo>
                    <a:pt x="654" y="16828"/>
                  </a:lnTo>
                  <a:cubicBezTo>
                    <a:pt x="654" y="16890"/>
                    <a:pt x="711" y="16890"/>
                    <a:pt x="711" y="16946"/>
                  </a:cubicBezTo>
                  <a:lnTo>
                    <a:pt x="711" y="17008"/>
                  </a:lnTo>
                  <a:lnTo>
                    <a:pt x="711" y="17065"/>
                  </a:lnTo>
                  <a:cubicBezTo>
                    <a:pt x="773" y="17127"/>
                    <a:pt x="773" y="17183"/>
                    <a:pt x="830" y="17302"/>
                  </a:cubicBezTo>
                  <a:cubicBezTo>
                    <a:pt x="830" y="17364"/>
                    <a:pt x="891" y="17420"/>
                    <a:pt x="891" y="17539"/>
                  </a:cubicBezTo>
                  <a:lnTo>
                    <a:pt x="948" y="17539"/>
                  </a:lnTo>
                  <a:lnTo>
                    <a:pt x="948" y="17657"/>
                  </a:lnTo>
                  <a:cubicBezTo>
                    <a:pt x="948" y="17657"/>
                    <a:pt x="1010" y="17719"/>
                    <a:pt x="1010" y="17776"/>
                  </a:cubicBezTo>
                  <a:lnTo>
                    <a:pt x="1010" y="17838"/>
                  </a:lnTo>
                  <a:cubicBezTo>
                    <a:pt x="1067" y="17894"/>
                    <a:pt x="1067" y="17956"/>
                    <a:pt x="1128" y="18013"/>
                  </a:cubicBezTo>
                  <a:lnTo>
                    <a:pt x="1128" y="18075"/>
                  </a:lnTo>
                  <a:cubicBezTo>
                    <a:pt x="1185" y="18193"/>
                    <a:pt x="1247" y="18250"/>
                    <a:pt x="1247" y="18312"/>
                  </a:cubicBezTo>
                  <a:cubicBezTo>
                    <a:pt x="1304" y="18430"/>
                    <a:pt x="1365" y="18487"/>
                    <a:pt x="1422" y="18605"/>
                  </a:cubicBezTo>
                  <a:cubicBezTo>
                    <a:pt x="1422" y="18667"/>
                    <a:pt x="1484" y="18724"/>
                    <a:pt x="1541" y="18842"/>
                  </a:cubicBezTo>
                  <a:cubicBezTo>
                    <a:pt x="1602" y="18904"/>
                    <a:pt x="1602" y="19023"/>
                    <a:pt x="1659" y="19079"/>
                  </a:cubicBezTo>
                  <a:cubicBezTo>
                    <a:pt x="1721" y="19141"/>
                    <a:pt x="1721" y="19198"/>
                    <a:pt x="1778" y="19260"/>
                  </a:cubicBezTo>
                  <a:cubicBezTo>
                    <a:pt x="1778" y="19316"/>
                    <a:pt x="1778" y="19316"/>
                    <a:pt x="1839" y="19316"/>
                  </a:cubicBezTo>
                  <a:cubicBezTo>
                    <a:pt x="2015" y="19615"/>
                    <a:pt x="2195" y="19971"/>
                    <a:pt x="2432" y="20264"/>
                  </a:cubicBezTo>
                  <a:cubicBezTo>
                    <a:pt x="2607" y="20501"/>
                    <a:pt x="2787" y="20682"/>
                    <a:pt x="2963" y="20919"/>
                  </a:cubicBezTo>
                  <a:lnTo>
                    <a:pt x="2963" y="20975"/>
                  </a:lnTo>
                  <a:cubicBezTo>
                    <a:pt x="3024" y="21037"/>
                    <a:pt x="3081" y="21037"/>
                    <a:pt x="3143" y="21094"/>
                  </a:cubicBezTo>
                  <a:lnTo>
                    <a:pt x="3498" y="21094"/>
                  </a:lnTo>
                  <a:cubicBezTo>
                    <a:pt x="4977" y="18605"/>
                    <a:pt x="7703" y="16946"/>
                    <a:pt x="10846" y="16946"/>
                  </a:cubicBezTo>
                  <a:cubicBezTo>
                    <a:pt x="11495" y="16946"/>
                    <a:pt x="12087" y="17008"/>
                    <a:pt x="12742" y="17127"/>
                  </a:cubicBezTo>
                  <a:lnTo>
                    <a:pt x="12742" y="2669"/>
                  </a:lnTo>
                  <a:cubicBezTo>
                    <a:pt x="13808" y="2134"/>
                    <a:pt x="14993" y="1840"/>
                    <a:pt x="16178" y="1840"/>
                  </a:cubicBezTo>
                  <a:cubicBezTo>
                    <a:pt x="18667" y="1840"/>
                    <a:pt x="20918" y="3025"/>
                    <a:pt x="22871" y="5096"/>
                  </a:cubicBezTo>
                  <a:cubicBezTo>
                    <a:pt x="21866" y="3736"/>
                    <a:pt x="20620" y="2608"/>
                    <a:pt x="19198" y="1778"/>
                  </a:cubicBezTo>
                  <a:lnTo>
                    <a:pt x="19141" y="1778"/>
                  </a:lnTo>
                  <a:cubicBezTo>
                    <a:pt x="19079" y="1721"/>
                    <a:pt x="19022" y="1721"/>
                    <a:pt x="18961" y="1660"/>
                  </a:cubicBezTo>
                  <a:cubicBezTo>
                    <a:pt x="18842" y="1603"/>
                    <a:pt x="18724" y="1541"/>
                    <a:pt x="18605" y="1423"/>
                  </a:cubicBezTo>
                  <a:cubicBezTo>
                    <a:pt x="18548" y="1423"/>
                    <a:pt x="18487" y="1423"/>
                    <a:pt x="18430" y="1366"/>
                  </a:cubicBezTo>
                  <a:cubicBezTo>
                    <a:pt x="18368" y="1366"/>
                    <a:pt x="18311" y="1304"/>
                    <a:pt x="18250" y="1304"/>
                  </a:cubicBezTo>
                  <a:cubicBezTo>
                    <a:pt x="18193" y="1247"/>
                    <a:pt x="18131" y="1247"/>
                    <a:pt x="18074" y="1186"/>
                  </a:cubicBezTo>
                  <a:cubicBezTo>
                    <a:pt x="17837" y="1067"/>
                    <a:pt x="17600" y="949"/>
                    <a:pt x="17302" y="892"/>
                  </a:cubicBezTo>
                  <a:lnTo>
                    <a:pt x="17302" y="830"/>
                  </a:lnTo>
                  <a:cubicBezTo>
                    <a:pt x="17245" y="830"/>
                    <a:pt x="17183" y="830"/>
                    <a:pt x="17126" y="773"/>
                  </a:cubicBezTo>
                  <a:cubicBezTo>
                    <a:pt x="17065" y="773"/>
                    <a:pt x="16946" y="712"/>
                    <a:pt x="16889" y="712"/>
                  </a:cubicBezTo>
                  <a:cubicBezTo>
                    <a:pt x="16828" y="712"/>
                    <a:pt x="16771" y="655"/>
                    <a:pt x="16709" y="655"/>
                  </a:cubicBezTo>
                  <a:cubicBezTo>
                    <a:pt x="16652" y="655"/>
                    <a:pt x="16591" y="593"/>
                    <a:pt x="16534" y="593"/>
                  </a:cubicBezTo>
                  <a:cubicBezTo>
                    <a:pt x="16297" y="536"/>
                    <a:pt x="16117" y="475"/>
                    <a:pt x="15941" y="418"/>
                  </a:cubicBezTo>
                  <a:cubicBezTo>
                    <a:pt x="15823" y="418"/>
                    <a:pt x="15704" y="356"/>
                    <a:pt x="15586" y="356"/>
                  </a:cubicBezTo>
                  <a:cubicBezTo>
                    <a:pt x="15406" y="299"/>
                    <a:pt x="15230" y="238"/>
                    <a:pt x="15050" y="238"/>
                  </a:cubicBezTo>
                  <a:cubicBezTo>
                    <a:pt x="14993" y="238"/>
                    <a:pt x="14932" y="181"/>
                    <a:pt x="14875" y="181"/>
                  </a:cubicBezTo>
                  <a:lnTo>
                    <a:pt x="14638" y="181"/>
                  </a:lnTo>
                  <a:cubicBezTo>
                    <a:pt x="14519" y="119"/>
                    <a:pt x="14401" y="119"/>
                    <a:pt x="14339" y="119"/>
                  </a:cubicBezTo>
                  <a:cubicBezTo>
                    <a:pt x="14164" y="119"/>
                    <a:pt x="13984" y="62"/>
                    <a:pt x="13865" y="62"/>
                  </a:cubicBezTo>
                  <a:lnTo>
                    <a:pt x="13453" y="62"/>
                  </a:lnTo>
                  <a:cubicBezTo>
                    <a:pt x="13334" y="1"/>
                    <a:pt x="13272" y="1"/>
                    <a:pt x="13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rot="10800000" flipH="1">
              <a:off x="8812249" y="4137652"/>
              <a:ext cx="151839" cy="229926"/>
            </a:xfrm>
            <a:custGeom>
              <a:avLst/>
              <a:gdLst/>
              <a:ahLst/>
              <a:cxnLst/>
              <a:rect l="l" t="t" r="r" b="b"/>
              <a:pathLst>
                <a:path w="10368" h="15700" extrusionOk="0">
                  <a:moveTo>
                    <a:pt x="3437" y="1"/>
                  </a:moveTo>
                  <a:cubicBezTo>
                    <a:pt x="2252" y="1"/>
                    <a:pt x="1067" y="295"/>
                    <a:pt x="1" y="830"/>
                  </a:cubicBezTo>
                  <a:lnTo>
                    <a:pt x="1" y="15288"/>
                  </a:lnTo>
                  <a:cubicBezTo>
                    <a:pt x="413" y="15406"/>
                    <a:pt x="830" y="15525"/>
                    <a:pt x="1243" y="15700"/>
                  </a:cubicBezTo>
                  <a:cubicBezTo>
                    <a:pt x="2428" y="14814"/>
                    <a:pt x="3437" y="13922"/>
                    <a:pt x="4442" y="12856"/>
                  </a:cubicBezTo>
                  <a:cubicBezTo>
                    <a:pt x="7168" y="9955"/>
                    <a:pt x="9064" y="6518"/>
                    <a:pt x="10367" y="3556"/>
                  </a:cubicBezTo>
                  <a:lnTo>
                    <a:pt x="10367" y="3494"/>
                  </a:lnTo>
                  <a:cubicBezTo>
                    <a:pt x="10310" y="3437"/>
                    <a:pt x="10249" y="3319"/>
                    <a:pt x="10130" y="3257"/>
                  </a:cubicBezTo>
                  <a:cubicBezTo>
                    <a:pt x="8177" y="1186"/>
                    <a:pt x="5926" y="1"/>
                    <a:pt x="34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8627392" y="3650933"/>
              <a:ext cx="334960" cy="308922"/>
            </a:xfrm>
            <a:custGeom>
              <a:avLst/>
              <a:gdLst/>
              <a:ahLst/>
              <a:cxnLst/>
              <a:rect l="l" t="t" r="r" b="b"/>
              <a:pathLst>
                <a:path w="22872" h="21094" extrusionOk="0">
                  <a:moveTo>
                    <a:pt x="12742" y="1"/>
                  </a:moveTo>
                  <a:cubicBezTo>
                    <a:pt x="12443" y="1"/>
                    <a:pt x="12206" y="1"/>
                    <a:pt x="11969" y="62"/>
                  </a:cubicBezTo>
                  <a:lnTo>
                    <a:pt x="11495" y="62"/>
                  </a:lnTo>
                  <a:cubicBezTo>
                    <a:pt x="11438" y="62"/>
                    <a:pt x="11376" y="62"/>
                    <a:pt x="11258" y="119"/>
                  </a:cubicBezTo>
                  <a:lnTo>
                    <a:pt x="11021" y="119"/>
                  </a:lnTo>
                  <a:cubicBezTo>
                    <a:pt x="10964" y="119"/>
                    <a:pt x="10902" y="119"/>
                    <a:pt x="10784" y="181"/>
                  </a:cubicBezTo>
                  <a:lnTo>
                    <a:pt x="10547" y="181"/>
                  </a:lnTo>
                  <a:cubicBezTo>
                    <a:pt x="10490" y="238"/>
                    <a:pt x="10428" y="238"/>
                    <a:pt x="10372" y="238"/>
                  </a:cubicBezTo>
                  <a:cubicBezTo>
                    <a:pt x="9836" y="356"/>
                    <a:pt x="9305" y="475"/>
                    <a:pt x="8769" y="655"/>
                  </a:cubicBezTo>
                  <a:cubicBezTo>
                    <a:pt x="8713" y="655"/>
                    <a:pt x="8651" y="655"/>
                    <a:pt x="8594" y="712"/>
                  </a:cubicBezTo>
                  <a:cubicBezTo>
                    <a:pt x="8414" y="773"/>
                    <a:pt x="8177" y="830"/>
                    <a:pt x="8002" y="892"/>
                  </a:cubicBezTo>
                  <a:cubicBezTo>
                    <a:pt x="7940" y="949"/>
                    <a:pt x="7883" y="949"/>
                    <a:pt x="7821" y="1010"/>
                  </a:cubicBezTo>
                  <a:cubicBezTo>
                    <a:pt x="7646" y="1067"/>
                    <a:pt x="7466" y="1129"/>
                    <a:pt x="7347" y="1186"/>
                  </a:cubicBezTo>
                  <a:cubicBezTo>
                    <a:pt x="7172" y="1247"/>
                    <a:pt x="7054" y="1366"/>
                    <a:pt x="6935" y="1423"/>
                  </a:cubicBezTo>
                  <a:cubicBezTo>
                    <a:pt x="6873" y="1423"/>
                    <a:pt x="6817" y="1484"/>
                    <a:pt x="6755" y="1484"/>
                  </a:cubicBezTo>
                  <a:cubicBezTo>
                    <a:pt x="6636" y="1541"/>
                    <a:pt x="6580" y="1603"/>
                    <a:pt x="6518" y="1603"/>
                  </a:cubicBezTo>
                  <a:cubicBezTo>
                    <a:pt x="6461" y="1660"/>
                    <a:pt x="6399" y="1660"/>
                    <a:pt x="6343" y="1721"/>
                  </a:cubicBezTo>
                  <a:cubicBezTo>
                    <a:pt x="6281" y="1778"/>
                    <a:pt x="6224" y="1778"/>
                    <a:pt x="6162" y="1840"/>
                  </a:cubicBezTo>
                  <a:cubicBezTo>
                    <a:pt x="6106" y="1897"/>
                    <a:pt x="6044" y="1897"/>
                    <a:pt x="5925" y="1958"/>
                  </a:cubicBezTo>
                  <a:cubicBezTo>
                    <a:pt x="5869" y="2015"/>
                    <a:pt x="5807" y="2015"/>
                    <a:pt x="5750" y="2077"/>
                  </a:cubicBezTo>
                  <a:cubicBezTo>
                    <a:pt x="5632" y="2195"/>
                    <a:pt x="5513" y="2252"/>
                    <a:pt x="5333" y="2371"/>
                  </a:cubicBezTo>
                  <a:cubicBezTo>
                    <a:pt x="5276" y="2371"/>
                    <a:pt x="5214" y="2432"/>
                    <a:pt x="5157" y="2489"/>
                  </a:cubicBezTo>
                  <a:cubicBezTo>
                    <a:pt x="5157" y="2551"/>
                    <a:pt x="5096" y="2551"/>
                    <a:pt x="5039" y="2608"/>
                  </a:cubicBezTo>
                  <a:cubicBezTo>
                    <a:pt x="4977" y="2669"/>
                    <a:pt x="4920" y="2669"/>
                    <a:pt x="4859" y="2726"/>
                  </a:cubicBezTo>
                  <a:cubicBezTo>
                    <a:pt x="4740" y="2845"/>
                    <a:pt x="4622" y="2906"/>
                    <a:pt x="4503" y="3025"/>
                  </a:cubicBezTo>
                  <a:lnTo>
                    <a:pt x="4328" y="3200"/>
                  </a:lnTo>
                  <a:cubicBezTo>
                    <a:pt x="4209" y="3319"/>
                    <a:pt x="4091" y="3380"/>
                    <a:pt x="3972" y="3499"/>
                  </a:cubicBezTo>
                  <a:lnTo>
                    <a:pt x="3792" y="3674"/>
                  </a:lnTo>
                  <a:lnTo>
                    <a:pt x="3674" y="3793"/>
                  </a:lnTo>
                  <a:cubicBezTo>
                    <a:pt x="3380" y="4091"/>
                    <a:pt x="3143" y="4328"/>
                    <a:pt x="2906" y="4622"/>
                  </a:cubicBezTo>
                  <a:cubicBezTo>
                    <a:pt x="2844" y="4684"/>
                    <a:pt x="2844" y="4741"/>
                    <a:pt x="2787" y="4802"/>
                  </a:cubicBezTo>
                  <a:lnTo>
                    <a:pt x="2607" y="4978"/>
                  </a:lnTo>
                  <a:cubicBezTo>
                    <a:pt x="2550" y="5096"/>
                    <a:pt x="2432" y="5215"/>
                    <a:pt x="2313" y="5395"/>
                  </a:cubicBezTo>
                  <a:cubicBezTo>
                    <a:pt x="2313" y="5452"/>
                    <a:pt x="2252" y="5452"/>
                    <a:pt x="2252" y="5513"/>
                  </a:cubicBezTo>
                  <a:cubicBezTo>
                    <a:pt x="2195" y="5570"/>
                    <a:pt x="2195" y="5632"/>
                    <a:pt x="2133" y="5689"/>
                  </a:cubicBezTo>
                  <a:cubicBezTo>
                    <a:pt x="2076" y="5750"/>
                    <a:pt x="2076" y="5807"/>
                    <a:pt x="2015" y="5869"/>
                  </a:cubicBezTo>
                  <a:cubicBezTo>
                    <a:pt x="1958" y="5926"/>
                    <a:pt x="1896" y="5987"/>
                    <a:pt x="1896" y="6044"/>
                  </a:cubicBezTo>
                  <a:cubicBezTo>
                    <a:pt x="1839" y="6106"/>
                    <a:pt x="1778" y="6224"/>
                    <a:pt x="1778" y="6281"/>
                  </a:cubicBezTo>
                  <a:cubicBezTo>
                    <a:pt x="1721" y="6343"/>
                    <a:pt x="1659" y="6400"/>
                    <a:pt x="1659" y="6461"/>
                  </a:cubicBezTo>
                  <a:cubicBezTo>
                    <a:pt x="1602" y="6518"/>
                    <a:pt x="1541" y="6580"/>
                    <a:pt x="1541" y="6698"/>
                  </a:cubicBezTo>
                  <a:cubicBezTo>
                    <a:pt x="1484" y="6755"/>
                    <a:pt x="1422" y="6817"/>
                    <a:pt x="1422" y="6874"/>
                  </a:cubicBezTo>
                  <a:cubicBezTo>
                    <a:pt x="1128" y="7466"/>
                    <a:pt x="891" y="8059"/>
                    <a:pt x="654" y="8651"/>
                  </a:cubicBezTo>
                  <a:cubicBezTo>
                    <a:pt x="417" y="9305"/>
                    <a:pt x="299" y="9955"/>
                    <a:pt x="180" y="10666"/>
                  </a:cubicBezTo>
                  <a:cubicBezTo>
                    <a:pt x="62" y="11320"/>
                    <a:pt x="0" y="12031"/>
                    <a:pt x="0" y="12742"/>
                  </a:cubicBezTo>
                  <a:lnTo>
                    <a:pt x="0" y="13036"/>
                  </a:lnTo>
                  <a:lnTo>
                    <a:pt x="0" y="13216"/>
                  </a:lnTo>
                  <a:lnTo>
                    <a:pt x="0" y="13334"/>
                  </a:lnTo>
                  <a:lnTo>
                    <a:pt x="0" y="13391"/>
                  </a:lnTo>
                  <a:lnTo>
                    <a:pt x="0" y="13571"/>
                  </a:lnTo>
                  <a:lnTo>
                    <a:pt x="0" y="13628"/>
                  </a:lnTo>
                  <a:cubicBezTo>
                    <a:pt x="0" y="13747"/>
                    <a:pt x="62" y="13865"/>
                    <a:pt x="62" y="13927"/>
                  </a:cubicBezTo>
                  <a:lnTo>
                    <a:pt x="62" y="14102"/>
                  </a:lnTo>
                  <a:lnTo>
                    <a:pt x="62" y="14339"/>
                  </a:lnTo>
                  <a:cubicBezTo>
                    <a:pt x="119" y="14401"/>
                    <a:pt x="119" y="14458"/>
                    <a:pt x="119" y="14458"/>
                  </a:cubicBezTo>
                  <a:lnTo>
                    <a:pt x="119" y="14576"/>
                  </a:lnTo>
                  <a:cubicBezTo>
                    <a:pt x="119" y="14638"/>
                    <a:pt x="119" y="14695"/>
                    <a:pt x="180" y="14813"/>
                  </a:cubicBezTo>
                  <a:lnTo>
                    <a:pt x="180" y="14932"/>
                  </a:lnTo>
                  <a:lnTo>
                    <a:pt x="180" y="15050"/>
                  </a:lnTo>
                  <a:cubicBezTo>
                    <a:pt x="180" y="15050"/>
                    <a:pt x="180" y="15112"/>
                    <a:pt x="237" y="15112"/>
                  </a:cubicBezTo>
                  <a:lnTo>
                    <a:pt x="237" y="15169"/>
                  </a:lnTo>
                  <a:lnTo>
                    <a:pt x="237" y="15230"/>
                  </a:lnTo>
                  <a:lnTo>
                    <a:pt x="237" y="15287"/>
                  </a:lnTo>
                  <a:cubicBezTo>
                    <a:pt x="237" y="15406"/>
                    <a:pt x="299" y="15467"/>
                    <a:pt x="299" y="15524"/>
                  </a:cubicBezTo>
                  <a:cubicBezTo>
                    <a:pt x="299" y="15586"/>
                    <a:pt x="299" y="15643"/>
                    <a:pt x="356" y="15761"/>
                  </a:cubicBezTo>
                  <a:lnTo>
                    <a:pt x="356" y="15880"/>
                  </a:lnTo>
                  <a:cubicBezTo>
                    <a:pt x="356" y="15942"/>
                    <a:pt x="417" y="15942"/>
                    <a:pt x="417" y="15998"/>
                  </a:cubicBezTo>
                  <a:cubicBezTo>
                    <a:pt x="417" y="16060"/>
                    <a:pt x="417" y="16117"/>
                    <a:pt x="474" y="16179"/>
                  </a:cubicBezTo>
                  <a:lnTo>
                    <a:pt x="474" y="16235"/>
                  </a:lnTo>
                  <a:lnTo>
                    <a:pt x="474" y="16297"/>
                  </a:lnTo>
                  <a:cubicBezTo>
                    <a:pt x="474" y="16354"/>
                    <a:pt x="536" y="16416"/>
                    <a:pt x="536" y="16472"/>
                  </a:cubicBezTo>
                  <a:cubicBezTo>
                    <a:pt x="536" y="16534"/>
                    <a:pt x="593" y="16591"/>
                    <a:pt x="593" y="16653"/>
                  </a:cubicBezTo>
                  <a:lnTo>
                    <a:pt x="593" y="16709"/>
                  </a:lnTo>
                  <a:cubicBezTo>
                    <a:pt x="593" y="16709"/>
                    <a:pt x="654" y="16709"/>
                    <a:pt x="654" y="16771"/>
                  </a:cubicBezTo>
                  <a:lnTo>
                    <a:pt x="654" y="16828"/>
                  </a:lnTo>
                  <a:cubicBezTo>
                    <a:pt x="654" y="16890"/>
                    <a:pt x="711" y="16890"/>
                    <a:pt x="711" y="16946"/>
                  </a:cubicBezTo>
                  <a:lnTo>
                    <a:pt x="711" y="17008"/>
                  </a:lnTo>
                  <a:lnTo>
                    <a:pt x="711" y="17065"/>
                  </a:lnTo>
                  <a:cubicBezTo>
                    <a:pt x="773" y="17127"/>
                    <a:pt x="773" y="17183"/>
                    <a:pt x="830" y="17302"/>
                  </a:cubicBezTo>
                  <a:cubicBezTo>
                    <a:pt x="830" y="17364"/>
                    <a:pt x="891" y="17420"/>
                    <a:pt x="891" y="17539"/>
                  </a:cubicBezTo>
                  <a:lnTo>
                    <a:pt x="948" y="17539"/>
                  </a:lnTo>
                  <a:lnTo>
                    <a:pt x="948" y="17657"/>
                  </a:lnTo>
                  <a:cubicBezTo>
                    <a:pt x="948" y="17657"/>
                    <a:pt x="1010" y="17719"/>
                    <a:pt x="1010" y="17776"/>
                  </a:cubicBezTo>
                  <a:lnTo>
                    <a:pt x="1010" y="17838"/>
                  </a:lnTo>
                  <a:cubicBezTo>
                    <a:pt x="1067" y="17894"/>
                    <a:pt x="1067" y="17956"/>
                    <a:pt x="1128" y="18013"/>
                  </a:cubicBezTo>
                  <a:lnTo>
                    <a:pt x="1128" y="18075"/>
                  </a:lnTo>
                  <a:cubicBezTo>
                    <a:pt x="1185" y="18193"/>
                    <a:pt x="1247" y="18250"/>
                    <a:pt x="1247" y="18312"/>
                  </a:cubicBezTo>
                  <a:cubicBezTo>
                    <a:pt x="1304" y="18430"/>
                    <a:pt x="1365" y="18487"/>
                    <a:pt x="1422" y="18605"/>
                  </a:cubicBezTo>
                  <a:cubicBezTo>
                    <a:pt x="1422" y="18667"/>
                    <a:pt x="1484" y="18724"/>
                    <a:pt x="1541" y="18842"/>
                  </a:cubicBezTo>
                  <a:cubicBezTo>
                    <a:pt x="1602" y="18904"/>
                    <a:pt x="1602" y="19023"/>
                    <a:pt x="1659" y="19079"/>
                  </a:cubicBezTo>
                  <a:cubicBezTo>
                    <a:pt x="1721" y="19141"/>
                    <a:pt x="1721" y="19198"/>
                    <a:pt x="1778" y="19260"/>
                  </a:cubicBezTo>
                  <a:cubicBezTo>
                    <a:pt x="1778" y="19316"/>
                    <a:pt x="1778" y="19316"/>
                    <a:pt x="1839" y="19316"/>
                  </a:cubicBezTo>
                  <a:cubicBezTo>
                    <a:pt x="2015" y="19615"/>
                    <a:pt x="2195" y="19971"/>
                    <a:pt x="2432" y="20264"/>
                  </a:cubicBezTo>
                  <a:cubicBezTo>
                    <a:pt x="2607" y="20501"/>
                    <a:pt x="2787" y="20682"/>
                    <a:pt x="2963" y="20919"/>
                  </a:cubicBezTo>
                  <a:lnTo>
                    <a:pt x="2963" y="20975"/>
                  </a:lnTo>
                  <a:cubicBezTo>
                    <a:pt x="3024" y="21037"/>
                    <a:pt x="3081" y="21037"/>
                    <a:pt x="3143" y="21094"/>
                  </a:cubicBezTo>
                  <a:lnTo>
                    <a:pt x="3498" y="21094"/>
                  </a:lnTo>
                  <a:cubicBezTo>
                    <a:pt x="4977" y="18605"/>
                    <a:pt x="7703" y="16946"/>
                    <a:pt x="10846" y="16946"/>
                  </a:cubicBezTo>
                  <a:cubicBezTo>
                    <a:pt x="11495" y="16946"/>
                    <a:pt x="12087" y="17008"/>
                    <a:pt x="12742" y="17127"/>
                  </a:cubicBezTo>
                  <a:lnTo>
                    <a:pt x="12742" y="2669"/>
                  </a:lnTo>
                  <a:cubicBezTo>
                    <a:pt x="13808" y="2134"/>
                    <a:pt x="14993" y="1840"/>
                    <a:pt x="16178" y="1840"/>
                  </a:cubicBezTo>
                  <a:cubicBezTo>
                    <a:pt x="18667" y="1840"/>
                    <a:pt x="20918" y="3025"/>
                    <a:pt x="22871" y="5096"/>
                  </a:cubicBezTo>
                  <a:cubicBezTo>
                    <a:pt x="21866" y="3736"/>
                    <a:pt x="20620" y="2608"/>
                    <a:pt x="19198" y="1778"/>
                  </a:cubicBezTo>
                  <a:lnTo>
                    <a:pt x="19141" y="1778"/>
                  </a:lnTo>
                  <a:cubicBezTo>
                    <a:pt x="19079" y="1721"/>
                    <a:pt x="19022" y="1721"/>
                    <a:pt x="18961" y="1660"/>
                  </a:cubicBezTo>
                  <a:cubicBezTo>
                    <a:pt x="18842" y="1603"/>
                    <a:pt x="18724" y="1541"/>
                    <a:pt x="18605" y="1423"/>
                  </a:cubicBezTo>
                  <a:cubicBezTo>
                    <a:pt x="18548" y="1423"/>
                    <a:pt x="18487" y="1423"/>
                    <a:pt x="18430" y="1366"/>
                  </a:cubicBezTo>
                  <a:cubicBezTo>
                    <a:pt x="18368" y="1366"/>
                    <a:pt x="18311" y="1304"/>
                    <a:pt x="18250" y="1304"/>
                  </a:cubicBezTo>
                  <a:cubicBezTo>
                    <a:pt x="18193" y="1247"/>
                    <a:pt x="18131" y="1247"/>
                    <a:pt x="18074" y="1186"/>
                  </a:cubicBezTo>
                  <a:cubicBezTo>
                    <a:pt x="17837" y="1067"/>
                    <a:pt x="17600" y="949"/>
                    <a:pt x="17302" y="892"/>
                  </a:cubicBezTo>
                  <a:lnTo>
                    <a:pt x="17302" y="830"/>
                  </a:lnTo>
                  <a:cubicBezTo>
                    <a:pt x="17245" y="830"/>
                    <a:pt x="17183" y="830"/>
                    <a:pt x="17126" y="773"/>
                  </a:cubicBezTo>
                  <a:cubicBezTo>
                    <a:pt x="17065" y="773"/>
                    <a:pt x="16946" y="712"/>
                    <a:pt x="16889" y="712"/>
                  </a:cubicBezTo>
                  <a:cubicBezTo>
                    <a:pt x="16828" y="712"/>
                    <a:pt x="16771" y="655"/>
                    <a:pt x="16709" y="655"/>
                  </a:cubicBezTo>
                  <a:cubicBezTo>
                    <a:pt x="16652" y="655"/>
                    <a:pt x="16591" y="593"/>
                    <a:pt x="16534" y="593"/>
                  </a:cubicBezTo>
                  <a:cubicBezTo>
                    <a:pt x="16297" y="536"/>
                    <a:pt x="16117" y="475"/>
                    <a:pt x="15941" y="418"/>
                  </a:cubicBezTo>
                  <a:cubicBezTo>
                    <a:pt x="15823" y="418"/>
                    <a:pt x="15704" y="356"/>
                    <a:pt x="15586" y="356"/>
                  </a:cubicBezTo>
                  <a:cubicBezTo>
                    <a:pt x="15406" y="299"/>
                    <a:pt x="15230" y="238"/>
                    <a:pt x="15050" y="238"/>
                  </a:cubicBezTo>
                  <a:cubicBezTo>
                    <a:pt x="14993" y="238"/>
                    <a:pt x="14932" y="181"/>
                    <a:pt x="14875" y="181"/>
                  </a:cubicBezTo>
                  <a:lnTo>
                    <a:pt x="14638" y="181"/>
                  </a:lnTo>
                  <a:cubicBezTo>
                    <a:pt x="14519" y="119"/>
                    <a:pt x="14401" y="119"/>
                    <a:pt x="14339" y="119"/>
                  </a:cubicBezTo>
                  <a:cubicBezTo>
                    <a:pt x="14164" y="119"/>
                    <a:pt x="13984" y="62"/>
                    <a:pt x="13865" y="62"/>
                  </a:cubicBezTo>
                  <a:lnTo>
                    <a:pt x="13453" y="62"/>
                  </a:lnTo>
                  <a:cubicBezTo>
                    <a:pt x="13334" y="1"/>
                    <a:pt x="13272" y="1"/>
                    <a:pt x="13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8661267" y="3899120"/>
              <a:ext cx="249917" cy="249917"/>
            </a:xfrm>
            <a:custGeom>
              <a:avLst/>
              <a:gdLst/>
              <a:ahLst/>
              <a:cxnLst/>
              <a:rect l="l" t="t" r="r" b="b"/>
              <a:pathLst>
                <a:path w="17065" h="17065" extrusionOk="0">
                  <a:moveTo>
                    <a:pt x="8533" y="0"/>
                  </a:moveTo>
                  <a:cubicBezTo>
                    <a:pt x="4622" y="0"/>
                    <a:pt x="1304" y="2607"/>
                    <a:pt x="294" y="6224"/>
                  </a:cubicBezTo>
                  <a:cubicBezTo>
                    <a:pt x="57" y="6992"/>
                    <a:pt x="0" y="7765"/>
                    <a:pt x="0" y="8532"/>
                  </a:cubicBezTo>
                  <a:cubicBezTo>
                    <a:pt x="0" y="9836"/>
                    <a:pt x="294" y="11140"/>
                    <a:pt x="830" y="12268"/>
                  </a:cubicBezTo>
                  <a:cubicBezTo>
                    <a:pt x="1304" y="13216"/>
                    <a:pt x="1953" y="14102"/>
                    <a:pt x="2726" y="14813"/>
                  </a:cubicBezTo>
                  <a:cubicBezTo>
                    <a:pt x="4267" y="16235"/>
                    <a:pt x="6281" y="17065"/>
                    <a:pt x="8533" y="17065"/>
                  </a:cubicBezTo>
                  <a:cubicBezTo>
                    <a:pt x="12856" y="17065"/>
                    <a:pt x="16411" y="13865"/>
                    <a:pt x="17003" y="9717"/>
                  </a:cubicBezTo>
                  <a:cubicBezTo>
                    <a:pt x="17065" y="9305"/>
                    <a:pt x="17065" y="8950"/>
                    <a:pt x="17065" y="8532"/>
                  </a:cubicBezTo>
                  <a:cubicBezTo>
                    <a:pt x="17065" y="3792"/>
                    <a:pt x="13273" y="0"/>
                    <a:pt x="8533" y="0"/>
                  </a:cubicBezTo>
                  <a:close/>
                </a:path>
              </a:pathLst>
            </a:custGeom>
            <a:solidFill>
              <a:srgbClr val="D044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8627392" y="3777634"/>
              <a:ext cx="287262" cy="481630"/>
            </a:xfrm>
            <a:custGeom>
              <a:avLst/>
              <a:gdLst/>
              <a:ahLst/>
              <a:cxnLst/>
              <a:rect l="l" t="t" r="r" b="b"/>
              <a:pathLst>
                <a:path w="19615" h="32887" extrusionOk="0">
                  <a:moveTo>
                    <a:pt x="654" y="0"/>
                  </a:moveTo>
                  <a:cubicBezTo>
                    <a:pt x="237" y="1304"/>
                    <a:pt x="0" y="2669"/>
                    <a:pt x="0" y="4091"/>
                  </a:cubicBezTo>
                  <a:cubicBezTo>
                    <a:pt x="0" y="7409"/>
                    <a:pt x="1247" y="10428"/>
                    <a:pt x="3318" y="12680"/>
                  </a:cubicBezTo>
                  <a:cubicBezTo>
                    <a:pt x="3024" y="13272"/>
                    <a:pt x="2787" y="13865"/>
                    <a:pt x="2607" y="14519"/>
                  </a:cubicBezTo>
                  <a:cubicBezTo>
                    <a:pt x="2432" y="15050"/>
                    <a:pt x="2370" y="15586"/>
                    <a:pt x="2313" y="16178"/>
                  </a:cubicBezTo>
                  <a:lnTo>
                    <a:pt x="2313" y="16827"/>
                  </a:lnTo>
                  <a:cubicBezTo>
                    <a:pt x="2313" y="18131"/>
                    <a:pt x="2607" y="19435"/>
                    <a:pt x="3143" y="20563"/>
                  </a:cubicBezTo>
                  <a:cubicBezTo>
                    <a:pt x="1185" y="22753"/>
                    <a:pt x="0" y="25715"/>
                    <a:pt x="0" y="28915"/>
                  </a:cubicBezTo>
                  <a:cubicBezTo>
                    <a:pt x="0" y="30280"/>
                    <a:pt x="180" y="31640"/>
                    <a:pt x="593" y="32887"/>
                  </a:cubicBezTo>
                  <a:lnTo>
                    <a:pt x="5570" y="32887"/>
                  </a:lnTo>
                  <a:cubicBezTo>
                    <a:pt x="13334" y="32887"/>
                    <a:pt x="19615" y="26606"/>
                    <a:pt x="19615" y="18842"/>
                  </a:cubicBezTo>
                  <a:lnTo>
                    <a:pt x="19615" y="14045"/>
                  </a:lnTo>
                  <a:cubicBezTo>
                    <a:pt x="19615" y="6281"/>
                    <a:pt x="13334" y="0"/>
                    <a:pt x="5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8544979" y="3908699"/>
              <a:ext cx="303723" cy="221257"/>
            </a:xfrm>
            <a:custGeom>
              <a:avLst/>
              <a:gdLst/>
              <a:ahLst/>
              <a:cxnLst/>
              <a:rect l="l" t="t" r="r" b="b"/>
              <a:pathLst>
                <a:path w="20739" h="15108" extrusionOk="0">
                  <a:moveTo>
                    <a:pt x="20739" y="1"/>
                  </a:moveTo>
                  <a:cubicBezTo>
                    <a:pt x="18425" y="3257"/>
                    <a:pt x="14633" y="5390"/>
                    <a:pt x="10310" y="5390"/>
                  </a:cubicBezTo>
                  <a:cubicBezTo>
                    <a:pt x="7822" y="5390"/>
                    <a:pt x="5452" y="4679"/>
                    <a:pt x="3494" y="3437"/>
                  </a:cubicBezTo>
                  <a:cubicBezTo>
                    <a:pt x="3082" y="3200"/>
                    <a:pt x="2726" y="2901"/>
                    <a:pt x="2428" y="2664"/>
                  </a:cubicBezTo>
                  <a:cubicBezTo>
                    <a:pt x="2130" y="2437"/>
                    <a:pt x="1796" y="2334"/>
                    <a:pt x="1472" y="2334"/>
                  </a:cubicBezTo>
                  <a:cubicBezTo>
                    <a:pt x="705" y="2334"/>
                    <a:pt x="1" y="2915"/>
                    <a:pt x="1" y="3793"/>
                  </a:cubicBezTo>
                  <a:lnTo>
                    <a:pt x="1" y="11434"/>
                  </a:lnTo>
                  <a:cubicBezTo>
                    <a:pt x="1" y="12323"/>
                    <a:pt x="725" y="12940"/>
                    <a:pt x="1504" y="12940"/>
                  </a:cubicBezTo>
                  <a:cubicBezTo>
                    <a:pt x="1817" y="12940"/>
                    <a:pt x="2140" y="12840"/>
                    <a:pt x="2428" y="12619"/>
                  </a:cubicBezTo>
                  <a:cubicBezTo>
                    <a:pt x="2726" y="12325"/>
                    <a:pt x="3082" y="12088"/>
                    <a:pt x="3494" y="11851"/>
                  </a:cubicBezTo>
                  <a:cubicBezTo>
                    <a:pt x="5452" y="10547"/>
                    <a:pt x="7822" y="9836"/>
                    <a:pt x="10310" y="9836"/>
                  </a:cubicBezTo>
                  <a:cubicBezTo>
                    <a:pt x="14577" y="9836"/>
                    <a:pt x="18307" y="11908"/>
                    <a:pt x="20620" y="15107"/>
                  </a:cubicBezTo>
                  <a:lnTo>
                    <a:pt x="20739" y="15107"/>
                  </a:lnTo>
                  <a:lnTo>
                    <a:pt x="2073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8695978" y="3905228"/>
              <a:ext cx="157946" cy="89349"/>
            </a:xfrm>
            <a:custGeom>
              <a:avLst/>
              <a:gdLst/>
              <a:ahLst/>
              <a:cxnLst/>
              <a:rect l="l" t="t" r="r" b="b"/>
              <a:pathLst>
                <a:path w="10785" h="6101" extrusionOk="0">
                  <a:moveTo>
                    <a:pt x="10073" y="1"/>
                  </a:moveTo>
                  <a:cubicBezTo>
                    <a:pt x="7760" y="3257"/>
                    <a:pt x="3968" y="5215"/>
                    <a:pt x="0" y="5215"/>
                  </a:cubicBezTo>
                  <a:lnTo>
                    <a:pt x="0" y="6101"/>
                  </a:lnTo>
                  <a:cubicBezTo>
                    <a:pt x="4267" y="6101"/>
                    <a:pt x="8296" y="3968"/>
                    <a:pt x="10784" y="475"/>
                  </a:cubicBezTo>
                  <a:lnTo>
                    <a:pt x="100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8695978" y="4046648"/>
              <a:ext cx="156204" cy="86786"/>
            </a:xfrm>
            <a:custGeom>
              <a:avLst/>
              <a:gdLst/>
              <a:ahLst/>
              <a:cxnLst/>
              <a:rect l="l" t="t" r="r" b="b"/>
              <a:pathLst>
                <a:path w="10666" h="5926" extrusionOk="0">
                  <a:moveTo>
                    <a:pt x="0" y="0"/>
                  </a:moveTo>
                  <a:lnTo>
                    <a:pt x="0" y="830"/>
                  </a:lnTo>
                  <a:cubicBezTo>
                    <a:pt x="3911" y="830"/>
                    <a:pt x="7641" y="2726"/>
                    <a:pt x="9955" y="5925"/>
                  </a:cubicBezTo>
                  <a:lnTo>
                    <a:pt x="10666" y="5451"/>
                  </a:lnTo>
                  <a:cubicBezTo>
                    <a:pt x="8177" y="2015"/>
                    <a:pt x="4205" y="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8395275" y="0"/>
              <a:ext cx="46500" cy="3695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5"/>
          <p:cNvSpPr/>
          <p:nvPr/>
        </p:nvSpPr>
        <p:spPr>
          <a:xfrm rot="10800000">
            <a:off x="-5" y="8"/>
            <a:ext cx="396097" cy="979187"/>
          </a:xfrm>
          <a:custGeom>
            <a:avLst/>
            <a:gdLst/>
            <a:ahLst/>
            <a:cxnLst/>
            <a:rect l="l" t="t" r="r" b="b"/>
            <a:pathLst>
              <a:path w="13506" h="33388" extrusionOk="0">
                <a:moveTo>
                  <a:pt x="5356" y="1"/>
                </a:moveTo>
                <a:cubicBezTo>
                  <a:pt x="3875" y="1"/>
                  <a:pt x="2508" y="571"/>
                  <a:pt x="1542" y="1537"/>
                </a:cubicBezTo>
                <a:cubicBezTo>
                  <a:pt x="571" y="2508"/>
                  <a:pt x="1" y="3875"/>
                  <a:pt x="1" y="5356"/>
                </a:cubicBezTo>
                <a:lnTo>
                  <a:pt x="1" y="33387"/>
                </a:lnTo>
                <a:lnTo>
                  <a:pt x="799" y="33387"/>
                </a:lnTo>
                <a:lnTo>
                  <a:pt x="799" y="5356"/>
                </a:lnTo>
                <a:cubicBezTo>
                  <a:pt x="799" y="4103"/>
                  <a:pt x="1314" y="2963"/>
                  <a:pt x="2111" y="2106"/>
                </a:cubicBezTo>
                <a:cubicBezTo>
                  <a:pt x="2964" y="1309"/>
                  <a:pt x="4103" y="798"/>
                  <a:pt x="5356" y="798"/>
                </a:cubicBezTo>
                <a:lnTo>
                  <a:pt x="13506" y="798"/>
                </a:lnTo>
                <a:lnTo>
                  <a:pt x="1350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5"/>
          <p:cNvGrpSpPr/>
          <p:nvPr/>
        </p:nvGrpSpPr>
        <p:grpSpPr>
          <a:xfrm>
            <a:off x="113223" y="755127"/>
            <a:ext cx="8840221" cy="4137781"/>
            <a:chOff x="113223" y="755127"/>
            <a:chExt cx="8840221" cy="4137781"/>
          </a:xfrm>
        </p:grpSpPr>
        <p:sp>
          <p:nvSpPr>
            <p:cNvPr id="86" name="Google Shape;86;p5"/>
            <p:cNvSpPr/>
            <p:nvPr/>
          </p:nvSpPr>
          <p:spPr>
            <a:xfrm>
              <a:off x="8783797" y="3268772"/>
              <a:ext cx="169647" cy="169657"/>
            </a:xfrm>
            <a:custGeom>
              <a:avLst/>
              <a:gdLst/>
              <a:ahLst/>
              <a:cxnLst/>
              <a:rect l="l" t="t" r="r" b="b"/>
              <a:pathLst>
                <a:path w="6518" h="6519" extrusionOk="0">
                  <a:moveTo>
                    <a:pt x="2726" y="1"/>
                  </a:moveTo>
                  <a:lnTo>
                    <a:pt x="2726" y="2726"/>
                  </a:lnTo>
                  <a:lnTo>
                    <a:pt x="0" y="2726"/>
                  </a:lnTo>
                  <a:lnTo>
                    <a:pt x="0" y="3793"/>
                  </a:lnTo>
                  <a:lnTo>
                    <a:pt x="2726" y="3793"/>
                  </a:lnTo>
                  <a:lnTo>
                    <a:pt x="2726" y="6518"/>
                  </a:lnTo>
                  <a:lnTo>
                    <a:pt x="3792" y="6518"/>
                  </a:lnTo>
                  <a:lnTo>
                    <a:pt x="3792" y="3793"/>
                  </a:lnTo>
                  <a:lnTo>
                    <a:pt x="6518" y="3793"/>
                  </a:lnTo>
                  <a:lnTo>
                    <a:pt x="6518" y="2726"/>
                  </a:lnTo>
                  <a:lnTo>
                    <a:pt x="3792" y="2726"/>
                  </a:lnTo>
                  <a:lnTo>
                    <a:pt x="379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8537764" y="4525452"/>
              <a:ext cx="82996" cy="84274"/>
            </a:xfrm>
            <a:custGeom>
              <a:avLst/>
              <a:gdLst/>
              <a:ahLst/>
              <a:cxnLst/>
              <a:rect l="l" t="t" r="r" b="b"/>
              <a:pathLst>
                <a:path w="3674" h="3731" extrusionOk="0">
                  <a:moveTo>
                    <a:pt x="1835" y="0"/>
                  </a:moveTo>
                  <a:cubicBezTo>
                    <a:pt x="830" y="0"/>
                    <a:pt x="0" y="830"/>
                    <a:pt x="0" y="1896"/>
                  </a:cubicBezTo>
                  <a:cubicBezTo>
                    <a:pt x="0" y="2901"/>
                    <a:pt x="830" y="3731"/>
                    <a:pt x="1835" y="3731"/>
                  </a:cubicBezTo>
                  <a:cubicBezTo>
                    <a:pt x="2844" y="3731"/>
                    <a:pt x="3674" y="2901"/>
                    <a:pt x="3674" y="1896"/>
                  </a:cubicBezTo>
                  <a:cubicBezTo>
                    <a:pt x="3674" y="830"/>
                    <a:pt x="2844" y="0"/>
                    <a:pt x="1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13223" y="4723251"/>
              <a:ext cx="169647" cy="169657"/>
            </a:xfrm>
            <a:custGeom>
              <a:avLst/>
              <a:gdLst/>
              <a:ahLst/>
              <a:cxnLst/>
              <a:rect l="l" t="t" r="r" b="b"/>
              <a:pathLst>
                <a:path w="6518" h="6519" extrusionOk="0">
                  <a:moveTo>
                    <a:pt x="2726" y="1"/>
                  </a:moveTo>
                  <a:lnTo>
                    <a:pt x="2726" y="2726"/>
                  </a:lnTo>
                  <a:lnTo>
                    <a:pt x="0" y="2726"/>
                  </a:lnTo>
                  <a:lnTo>
                    <a:pt x="0" y="3793"/>
                  </a:lnTo>
                  <a:lnTo>
                    <a:pt x="2726" y="3793"/>
                  </a:lnTo>
                  <a:lnTo>
                    <a:pt x="2726" y="6518"/>
                  </a:lnTo>
                  <a:lnTo>
                    <a:pt x="3792" y="6518"/>
                  </a:lnTo>
                  <a:lnTo>
                    <a:pt x="3792" y="3793"/>
                  </a:lnTo>
                  <a:lnTo>
                    <a:pt x="6518" y="3793"/>
                  </a:lnTo>
                  <a:lnTo>
                    <a:pt x="6518" y="2726"/>
                  </a:lnTo>
                  <a:lnTo>
                    <a:pt x="3792" y="2726"/>
                  </a:lnTo>
                  <a:lnTo>
                    <a:pt x="37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56542" y="755127"/>
              <a:ext cx="82996" cy="84274"/>
            </a:xfrm>
            <a:custGeom>
              <a:avLst/>
              <a:gdLst/>
              <a:ahLst/>
              <a:cxnLst/>
              <a:rect l="l" t="t" r="r" b="b"/>
              <a:pathLst>
                <a:path w="3674" h="3731" extrusionOk="0">
                  <a:moveTo>
                    <a:pt x="1835" y="0"/>
                  </a:moveTo>
                  <a:cubicBezTo>
                    <a:pt x="830" y="0"/>
                    <a:pt x="0" y="830"/>
                    <a:pt x="0" y="1896"/>
                  </a:cubicBezTo>
                  <a:cubicBezTo>
                    <a:pt x="0" y="2901"/>
                    <a:pt x="830" y="3731"/>
                    <a:pt x="1835" y="3731"/>
                  </a:cubicBezTo>
                  <a:cubicBezTo>
                    <a:pt x="2844" y="3731"/>
                    <a:pt x="3674" y="2901"/>
                    <a:pt x="3674" y="1896"/>
                  </a:cubicBezTo>
                  <a:cubicBezTo>
                    <a:pt x="3674" y="830"/>
                    <a:pt x="2844" y="0"/>
                    <a:pt x="18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1" name="Google Shape;91;p5"/>
          <p:cNvSpPr txBox="1">
            <a:spLocks noGrp="1"/>
          </p:cNvSpPr>
          <p:nvPr>
            <p:ph type="subTitle" idx="1"/>
          </p:nvPr>
        </p:nvSpPr>
        <p:spPr>
          <a:xfrm>
            <a:off x="4762741" y="2607338"/>
            <a:ext cx="2889000" cy="149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2" name="Google Shape;92;p5"/>
          <p:cNvSpPr txBox="1">
            <a:spLocks noGrp="1"/>
          </p:cNvSpPr>
          <p:nvPr>
            <p:ph type="subTitle" idx="2"/>
          </p:nvPr>
        </p:nvSpPr>
        <p:spPr>
          <a:xfrm>
            <a:off x="1063913" y="2607338"/>
            <a:ext cx="2889000" cy="149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3" name="Google Shape;93;p5"/>
          <p:cNvSpPr txBox="1">
            <a:spLocks noGrp="1"/>
          </p:cNvSpPr>
          <p:nvPr>
            <p:ph type="subTitle" idx="3"/>
          </p:nvPr>
        </p:nvSpPr>
        <p:spPr>
          <a:xfrm>
            <a:off x="1063913" y="2117738"/>
            <a:ext cx="2889000" cy="489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94" name="Google Shape;94;p5"/>
          <p:cNvSpPr txBox="1">
            <a:spLocks noGrp="1"/>
          </p:cNvSpPr>
          <p:nvPr>
            <p:ph type="subTitle" idx="4"/>
          </p:nvPr>
        </p:nvSpPr>
        <p:spPr>
          <a:xfrm>
            <a:off x="4762738" y="2117738"/>
            <a:ext cx="2889000" cy="489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0"/>
        <p:cNvGrpSpPr/>
        <p:nvPr/>
      </p:nvGrpSpPr>
      <p:grpSpPr>
        <a:xfrm>
          <a:off x="0" y="0"/>
          <a:ext cx="0" cy="0"/>
          <a:chOff x="0" y="0"/>
          <a:chExt cx="0" cy="0"/>
        </a:xfrm>
      </p:grpSpPr>
      <p:sp>
        <p:nvSpPr>
          <p:cNvPr id="111" name="Google Shape;111;p7"/>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 name="Google Shape;112;p7"/>
          <p:cNvGrpSpPr/>
          <p:nvPr/>
        </p:nvGrpSpPr>
        <p:grpSpPr>
          <a:xfrm>
            <a:off x="59322" y="-36524"/>
            <a:ext cx="9084678" cy="5180021"/>
            <a:chOff x="59322" y="-36524"/>
            <a:chExt cx="9084678" cy="5180021"/>
          </a:xfrm>
        </p:grpSpPr>
        <p:sp>
          <p:nvSpPr>
            <p:cNvPr id="113" name="Google Shape;113;p7"/>
            <p:cNvSpPr/>
            <p:nvPr/>
          </p:nvSpPr>
          <p:spPr>
            <a:xfrm flipH="1">
              <a:off x="8513984" y="3689550"/>
              <a:ext cx="630016" cy="1453946"/>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 name="Google Shape;114;p7"/>
            <p:cNvGrpSpPr/>
            <p:nvPr/>
          </p:nvGrpSpPr>
          <p:grpSpPr>
            <a:xfrm>
              <a:off x="59322" y="-36524"/>
              <a:ext cx="407607" cy="957974"/>
              <a:chOff x="59322" y="-36524"/>
              <a:chExt cx="407607" cy="957974"/>
            </a:xfrm>
          </p:grpSpPr>
          <p:sp>
            <p:nvSpPr>
              <p:cNvPr id="115" name="Google Shape;115;p7"/>
              <p:cNvSpPr/>
              <p:nvPr/>
            </p:nvSpPr>
            <p:spPr>
              <a:xfrm>
                <a:off x="59322" y="-36524"/>
                <a:ext cx="380992" cy="924927"/>
              </a:xfrm>
              <a:custGeom>
                <a:avLst/>
                <a:gdLst/>
                <a:ahLst/>
                <a:cxnLst/>
                <a:rect l="l" t="t" r="r" b="b"/>
                <a:pathLst>
                  <a:path w="31996" h="77676" extrusionOk="0">
                    <a:moveTo>
                      <a:pt x="0" y="1"/>
                    </a:moveTo>
                    <a:lnTo>
                      <a:pt x="0" y="7229"/>
                    </a:lnTo>
                    <a:cubicBezTo>
                      <a:pt x="0" y="11851"/>
                      <a:pt x="3792" y="15643"/>
                      <a:pt x="8414" y="15643"/>
                    </a:cubicBezTo>
                    <a:lnTo>
                      <a:pt x="23639" y="15643"/>
                    </a:lnTo>
                    <a:cubicBezTo>
                      <a:pt x="27493" y="15643"/>
                      <a:pt x="30631" y="18781"/>
                      <a:pt x="30631" y="22634"/>
                    </a:cubicBezTo>
                    <a:lnTo>
                      <a:pt x="30631" y="77676"/>
                    </a:lnTo>
                    <a:lnTo>
                      <a:pt x="31996" y="77676"/>
                    </a:lnTo>
                    <a:lnTo>
                      <a:pt x="31996" y="22634"/>
                    </a:lnTo>
                    <a:cubicBezTo>
                      <a:pt x="31996" y="18013"/>
                      <a:pt x="28261" y="14221"/>
                      <a:pt x="23639" y="14221"/>
                    </a:cubicBezTo>
                    <a:lnTo>
                      <a:pt x="8414" y="14221"/>
                    </a:lnTo>
                    <a:cubicBezTo>
                      <a:pt x="4560" y="14221"/>
                      <a:pt x="1422" y="11078"/>
                      <a:pt x="1422" y="7229"/>
                    </a:cubicBezTo>
                    <a:lnTo>
                      <a:pt x="14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396920" y="851441"/>
                <a:ext cx="70009" cy="70009"/>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7" name="Google Shape;117;p7"/>
          <p:cNvGrpSpPr/>
          <p:nvPr/>
        </p:nvGrpSpPr>
        <p:grpSpPr>
          <a:xfrm>
            <a:off x="-51182" y="4164510"/>
            <a:ext cx="817290" cy="957969"/>
            <a:chOff x="-19032" y="3937135"/>
            <a:chExt cx="817290" cy="957969"/>
          </a:xfrm>
        </p:grpSpPr>
        <p:sp>
          <p:nvSpPr>
            <p:cNvPr id="118" name="Google Shape;118;p7"/>
            <p:cNvSpPr/>
            <p:nvPr/>
          </p:nvSpPr>
          <p:spPr>
            <a:xfrm rot="-1693389">
              <a:off x="131155" y="4053244"/>
              <a:ext cx="516918" cy="765114"/>
            </a:xfrm>
            <a:custGeom>
              <a:avLst/>
              <a:gdLst/>
              <a:ahLst/>
              <a:cxnLst/>
              <a:rect l="l" t="t" r="r" b="b"/>
              <a:pathLst>
                <a:path w="20677" h="30605" extrusionOk="0">
                  <a:moveTo>
                    <a:pt x="14364" y="0"/>
                  </a:moveTo>
                  <a:cubicBezTo>
                    <a:pt x="14280" y="0"/>
                    <a:pt x="14204" y="54"/>
                    <a:pt x="14159" y="141"/>
                  </a:cubicBezTo>
                  <a:lnTo>
                    <a:pt x="887" y="25263"/>
                  </a:lnTo>
                  <a:cubicBezTo>
                    <a:pt x="1" y="27041"/>
                    <a:pt x="650" y="29236"/>
                    <a:pt x="2427" y="30184"/>
                  </a:cubicBezTo>
                  <a:cubicBezTo>
                    <a:pt x="2964" y="30470"/>
                    <a:pt x="3539" y="30605"/>
                    <a:pt x="4106" y="30605"/>
                  </a:cubicBezTo>
                  <a:cubicBezTo>
                    <a:pt x="5417" y="30605"/>
                    <a:pt x="6686" y="29884"/>
                    <a:pt x="7348" y="28643"/>
                  </a:cubicBezTo>
                  <a:lnTo>
                    <a:pt x="20620" y="3521"/>
                  </a:lnTo>
                  <a:cubicBezTo>
                    <a:pt x="20677" y="3402"/>
                    <a:pt x="20620" y="3222"/>
                    <a:pt x="20501" y="3165"/>
                  </a:cubicBezTo>
                  <a:lnTo>
                    <a:pt x="14458" y="23"/>
                  </a:lnTo>
                  <a:cubicBezTo>
                    <a:pt x="14426" y="8"/>
                    <a:pt x="14395" y="0"/>
                    <a:pt x="143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rot="-1693389">
              <a:off x="245759" y="3991186"/>
              <a:ext cx="278496" cy="198522"/>
            </a:xfrm>
            <a:custGeom>
              <a:avLst/>
              <a:gdLst/>
              <a:ahLst/>
              <a:cxnLst/>
              <a:rect l="l" t="t" r="r" b="b"/>
              <a:pathLst>
                <a:path w="11140" h="7941" extrusionOk="0">
                  <a:moveTo>
                    <a:pt x="1541" y="1"/>
                  </a:moveTo>
                  <a:lnTo>
                    <a:pt x="1" y="2845"/>
                  </a:lnTo>
                  <a:lnTo>
                    <a:pt x="9656" y="7940"/>
                  </a:lnTo>
                  <a:lnTo>
                    <a:pt x="11140" y="5096"/>
                  </a:lnTo>
                  <a:lnTo>
                    <a:pt x="15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rot="-1693389">
              <a:off x="238530" y="4298140"/>
              <a:ext cx="302196" cy="472718"/>
            </a:xfrm>
            <a:custGeom>
              <a:avLst/>
              <a:gdLst/>
              <a:ahLst/>
              <a:cxnLst/>
              <a:rect l="l" t="t" r="r" b="b"/>
              <a:pathLst>
                <a:path w="12088" h="18909" extrusionOk="0">
                  <a:moveTo>
                    <a:pt x="9007" y="0"/>
                  </a:moveTo>
                  <a:lnTo>
                    <a:pt x="418" y="16354"/>
                  </a:lnTo>
                  <a:cubicBezTo>
                    <a:pt x="0" y="17121"/>
                    <a:pt x="237" y="18013"/>
                    <a:pt x="830" y="18543"/>
                  </a:cubicBezTo>
                  <a:cubicBezTo>
                    <a:pt x="948" y="18605"/>
                    <a:pt x="1010" y="18662"/>
                    <a:pt x="1129" y="18724"/>
                  </a:cubicBezTo>
                  <a:cubicBezTo>
                    <a:pt x="1380" y="18849"/>
                    <a:pt x="1653" y="18909"/>
                    <a:pt x="1925" y="18909"/>
                  </a:cubicBezTo>
                  <a:cubicBezTo>
                    <a:pt x="2550" y="18909"/>
                    <a:pt x="3168" y="18591"/>
                    <a:pt x="3499" y="18013"/>
                  </a:cubicBezTo>
                  <a:lnTo>
                    <a:pt x="12088" y="1598"/>
                  </a:lnTo>
                  <a:lnTo>
                    <a:pt x="90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rot="-1693389">
              <a:off x="476269" y="4128899"/>
              <a:ext cx="25" cy="25"/>
            </a:xfrm>
            <a:custGeom>
              <a:avLst/>
              <a:gdLst/>
              <a:ahLst/>
              <a:cxnLst/>
              <a:rect l="l" t="t" r="r" b="b"/>
              <a:pathLst>
                <a:path w="1" h="1" extrusionOk="0">
                  <a:moveTo>
                    <a:pt x="1" y="1"/>
                  </a:moveTo>
                  <a:lnTo>
                    <a:pt x="1" y="1"/>
                  </a:lnTo>
                  <a:close/>
                </a:path>
              </a:pathLst>
            </a:custGeom>
            <a:solidFill>
              <a:srgbClr val="C0BE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rot="-1693389">
              <a:off x="275192" y="4094997"/>
              <a:ext cx="192572" cy="84499"/>
            </a:xfrm>
            <a:custGeom>
              <a:avLst/>
              <a:gdLst/>
              <a:ahLst/>
              <a:cxnLst/>
              <a:rect l="l" t="t" r="r" b="b"/>
              <a:pathLst>
                <a:path w="7703" h="3380" extrusionOk="0">
                  <a:moveTo>
                    <a:pt x="1242" y="0"/>
                  </a:moveTo>
                  <a:lnTo>
                    <a:pt x="0" y="2489"/>
                  </a:lnTo>
                  <a:lnTo>
                    <a:pt x="7703" y="3380"/>
                  </a:lnTo>
                  <a:lnTo>
                    <a:pt x="7703" y="3380"/>
                  </a:lnTo>
                  <a:lnTo>
                    <a:pt x="124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rot="-1693389">
              <a:off x="291876" y="4284717"/>
              <a:ext cx="191047" cy="256221"/>
            </a:xfrm>
            <a:custGeom>
              <a:avLst/>
              <a:gdLst/>
              <a:ahLst/>
              <a:cxnLst/>
              <a:rect l="l" t="t" r="r" b="b"/>
              <a:pathLst>
                <a:path w="7642" h="10249" extrusionOk="0">
                  <a:moveTo>
                    <a:pt x="4561" y="0"/>
                  </a:moveTo>
                  <a:lnTo>
                    <a:pt x="1" y="8651"/>
                  </a:lnTo>
                  <a:lnTo>
                    <a:pt x="3139" y="10248"/>
                  </a:lnTo>
                  <a:lnTo>
                    <a:pt x="7642" y="1598"/>
                  </a:lnTo>
                  <a:lnTo>
                    <a:pt x="45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 name="Google Shape;124;p7"/>
          <p:cNvGrpSpPr/>
          <p:nvPr/>
        </p:nvGrpSpPr>
        <p:grpSpPr>
          <a:xfrm>
            <a:off x="8696449" y="139300"/>
            <a:ext cx="271705" cy="4291933"/>
            <a:chOff x="8696449" y="139300"/>
            <a:chExt cx="271705" cy="4291933"/>
          </a:xfrm>
        </p:grpSpPr>
        <p:sp>
          <p:nvSpPr>
            <p:cNvPr id="125" name="Google Shape;125;p7"/>
            <p:cNvSpPr/>
            <p:nvPr/>
          </p:nvSpPr>
          <p:spPr>
            <a:xfrm>
              <a:off x="8793976" y="139300"/>
              <a:ext cx="174178" cy="174193"/>
            </a:xfrm>
            <a:custGeom>
              <a:avLst/>
              <a:gdLst/>
              <a:ahLst/>
              <a:cxnLst/>
              <a:rect l="l" t="t" r="r" b="b"/>
              <a:pathLst>
                <a:path w="11971" h="11972" extrusionOk="0">
                  <a:moveTo>
                    <a:pt x="5001" y="0"/>
                  </a:moveTo>
                  <a:lnTo>
                    <a:pt x="5001" y="5001"/>
                  </a:lnTo>
                  <a:lnTo>
                    <a:pt x="0" y="5001"/>
                  </a:lnTo>
                  <a:lnTo>
                    <a:pt x="0" y="6971"/>
                  </a:lnTo>
                  <a:lnTo>
                    <a:pt x="5001" y="6971"/>
                  </a:lnTo>
                  <a:lnTo>
                    <a:pt x="5001" y="11971"/>
                  </a:lnTo>
                  <a:lnTo>
                    <a:pt x="6970" y="11971"/>
                  </a:lnTo>
                  <a:lnTo>
                    <a:pt x="6970" y="6971"/>
                  </a:lnTo>
                  <a:lnTo>
                    <a:pt x="11971" y="6971"/>
                  </a:lnTo>
                  <a:lnTo>
                    <a:pt x="11971" y="5001"/>
                  </a:lnTo>
                  <a:lnTo>
                    <a:pt x="6970" y="5001"/>
                  </a:lnTo>
                  <a:lnTo>
                    <a:pt x="69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a:off x="8696449" y="4323225"/>
              <a:ext cx="108008" cy="108008"/>
            </a:xfrm>
            <a:custGeom>
              <a:avLst/>
              <a:gdLst/>
              <a:ahLst/>
              <a:cxnLst/>
              <a:rect l="l" t="t" r="r" b="b"/>
              <a:pathLst>
                <a:path w="6409" h="6409" extrusionOk="0">
                  <a:moveTo>
                    <a:pt x="3206" y="1"/>
                  </a:moveTo>
                  <a:cubicBezTo>
                    <a:pt x="1462" y="1"/>
                    <a:pt x="0" y="1462"/>
                    <a:pt x="0" y="3203"/>
                  </a:cubicBezTo>
                  <a:cubicBezTo>
                    <a:pt x="0" y="4947"/>
                    <a:pt x="1462" y="6409"/>
                    <a:pt x="3206" y="6409"/>
                  </a:cubicBezTo>
                  <a:cubicBezTo>
                    <a:pt x="4947" y="6409"/>
                    <a:pt x="6408" y="4947"/>
                    <a:pt x="6408" y="3203"/>
                  </a:cubicBezTo>
                  <a:cubicBezTo>
                    <a:pt x="6408" y="1462"/>
                    <a:pt x="4947" y="1"/>
                    <a:pt x="32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 name="Google Shape;127;p7"/>
          <p:cNvSpPr txBox="1">
            <a:spLocks noGrp="1"/>
          </p:cNvSpPr>
          <p:nvPr>
            <p:ph type="title"/>
          </p:nvPr>
        </p:nvSpPr>
        <p:spPr>
          <a:xfrm>
            <a:off x="4064338" y="972675"/>
            <a:ext cx="4237200" cy="10089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8" name="Google Shape;128;p7"/>
          <p:cNvSpPr txBox="1">
            <a:spLocks noGrp="1"/>
          </p:cNvSpPr>
          <p:nvPr>
            <p:ph type="body" idx="1"/>
          </p:nvPr>
        </p:nvSpPr>
        <p:spPr>
          <a:xfrm>
            <a:off x="4064338" y="2010800"/>
            <a:ext cx="4237200" cy="2160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4"/>
              </a:buClr>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129" name="Google Shape;129;p7"/>
          <p:cNvSpPr>
            <a:spLocks noGrp="1"/>
          </p:cNvSpPr>
          <p:nvPr>
            <p:ph type="pic" idx="2"/>
          </p:nvPr>
        </p:nvSpPr>
        <p:spPr>
          <a:xfrm>
            <a:off x="956525" y="597500"/>
            <a:ext cx="2745600" cy="3943800"/>
          </a:xfrm>
          <a:prstGeom prst="roundRect">
            <a:avLst>
              <a:gd name="adj" fmla="val 16667"/>
            </a:avLst>
          </a:prstGeom>
          <a:noFill/>
          <a:ln w="19050" cap="flat" cmpd="sng">
            <a:solidFill>
              <a:schemeClr val="accent4"/>
            </a:solidFill>
            <a:prstDash val="solid"/>
            <a:round/>
            <a:headEnd type="none" w="sm" len="sm"/>
            <a:tailEnd type="none" w="sm" len="sm"/>
          </a:ln>
        </p:spPr>
        <p:txBody>
          <a:bodyPr/>
          <a:lstStyle/>
          <a:p>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0"/>
        <p:cNvGrpSpPr/>
        <p:nvPr/>
      </p:nvGrpSpPr>
      <p:grpSpPr>
        <a:xfrm>
          <a:off x="0" y="0"/>
          <a:ext cx="0" cy="0"/>
          <a:chOff x="0" y="0"/>
          <a:chExt cx="0" cy="0"/>
        </a:xfrm>
      </p:grpSpPr>
      <p:sp>
        <p:nvSpPr>
          <p:cNvPr id="131" name="Google Shape;131;p8"/>
          <p:cNvSpPr txBox="1">
            <a:spLocks noGrp="1"/>
          </p:cNvSpPr>
          <p:nvPr>
            <p:ph type="title"/>
          </p:nvPr>
        </p:nvSpPr>
        <p:spPr>
          <a:xfrm>
            <a:off x="1747375" y="1307100"/>
            <a:ext cx="56493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132" name="Google Shape;132;p8"/>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8"/>
          <p:cNvGrpSpPr/>
          <p:nvPr/>
        </p:nvGrpSpPr>
        <p:grpSpPr>
          <a:xfrm>
            <a:off x="13" y="-7297"/>
            <a:ext cx="9143699" cy="4972922"/>
            <a:chOff x="13" y="-7297"/>
            <a:chExt cx="9143699" cy="4972922"/>
          </a:xfrm>
        </p:grpSpPr>
        <p:grpSp>
          <p:nvGrpSpPr>
            <p:cNvPr id="134" name="Google Shape;134;p8"/>
            <p:cNvGrpSpPr/>
            <p:nvPr/>
          </p:nvGrpSpPr>
          <p:grpSpPr>
            <a:xfrm>
              <a:off x="13" y="4159063"/>
              <a:ext cx="922312" cy="806562"/>
              <a:chOff x="13" y="4159063"/>
              <a:chExt cx="922312" cy="806562"/>
            </a:xfrm>
          </p:grpSpPr>
          <p:sp>
            <p:nvSpPr>
              <p:cNvPr id="135" name="Google Shape;135;p8"/>
              <p:cNvSpPr/>
              <p:nvPr/>
            </p:nvSpPr>
            <p:spPr>
              <a:xfrm rot="-5400000">
                <a:off x="54900" y="4104175"/>
                <a:ext cx="765075" cy="874850"/>
              </a:xfrm>
              <a:custGeom>
                <a:avLst/>
                <a:gdLst/>
                <a:ahLst/>
                <a:cxnLst/>
                <a:rect l="l" t="t" r="r" b="b"/>
                <a:pathLst>
                  <a:path w="30603" h="34994" extrusionOk="0">
                    <a:moveTo>
                      <a:pt x="29783" y="1"/>
                    </a:moveTo>
                    <a:lnTo>
                      <a:pt x="29783" y="11236"/>
                    </a:lnTo>
                    <a:cubicBezTo>
                      <a:pt x="29783" y="13872"/>
                      <a:pt x="27559" y="16095"/>
                      <a:pt x="24868" y="16095"/>
                    </a:cubicBezTo>
                    <a:lnTo>
                      <a:pt x="5674" y="16095"/>
                    </a:lnTo>
                    <a:cubicBezTo>
                      <a:pt x="2514" y="16095"/>
                      <a:pt x="0" y="18670"/>
                      <a:pt x="0" y="21769"/>
                    </a:cubicBezTo>
                    <a:lnTo>
                      <a:pt x="0" y="34994"/>
                    </a:lnTo>
                    <a:lnTo>
                      <a:pt x="820" y="34994"/>
                    </a:lnTo>
                    <a:lnTo>
                      <a:pt x="820" y="21769"/>
                    </a:lnTo>
                    <a:cubicBezTo>
                      <a:pt x="820" y="19077"/>
                      <a:pt x="2982" y="16915"/>
                      <a:pt x="5674" y="16915"/>
                    </a:cubicBezTo>
                    <a:lnTo>
                      <a:pt x="24868" y="16915"/>
                    </a:lnTo>
                    <a:cubicBezTo>
                      <a:pt x="28028" y="16915"/>
                      <a:pt x="30602" y="14340"/>
                      <a:pt x="30602" y="11236"/>
                    </a:cubicBezTo>
                    <a:lnTo>
                      <a:pt x="306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822550" y="4865850"/>
                <a:ext cx="99774" cy="99774"/>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 name="Google Shape;137;p8"/>
            <p:cNvSpPr/>
            <p:nvPr/>
          </p:nvSpPr>
          <p:spPr>
            <a:xfrm rot="-5400000">
              <a:off x="8456070" y="-298842"/>
              <a:ext cx="396097" cy="979187"/>
            </a:xfrm>
            <a:custGeom>
              <a:avLst/>
              <a:gdLst/>
              <a:ahLst/>
              <a:cxnLst/>
              <a:rect l="l" t="t" r="r" b="b"/>
              <a:pathLst>
                <a:path w="13506" h="33388" extrusionOk="0">
                  <a:moveTo>
                    <a:pt x="5356" y="1"/>
                  </a:moveTo>
                  <a:cubicBezTo>
                    <a:pt x="3875" y="1"/>
                    <a:pt x="2508" y="571"/>
                    <a:pt x="1542" y="1537"/>
                  </a:cubicBezTo>
                  <a:cubicBezTo>
                    <a:pt x="571" y="2508"/>
                    <a:pt x="1" y="3875"/>
                    <a:pt x="1" y="5356"/>
                  </a:cubicBezTo>
                  <a:lnTo>
                    <a:pt x="1" y="33387"/>
                  </a:lnTo>
                  <a:lnTo>
                    <a:pt x="799" y="33387"/>
                  </a:lnTo>
                  <a:lnTo>
                    <a:pt x="799" y="5356"/>
                  </a:lnTo>
                  <a:cubicBezTo>
                    <a:pt x="799" y="4103"/>
                    <a:pt x="1314" y="2963"/>
                    <a:pt x="2111" y="2106"/>
                  </a:cubicBezTo>
                  <a:cubicBezTo>
                    <a:pt x="2964" y="1309"/>
                    <a:pt x="4103" y="798"/>
                    <a:pt x="5356" y="798"/>
                  </a:cubicBezTo>
                  <a:lnTo>
                    <a:pt x="13506" y="798"/>
                  </a:lnTo>
                  <a:lnTo>
                    <a:pt x="135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8"/>
        <p:cNvGrpSpPr/>
        <p:nvPr/>
      </p:nvGrpSpPr>
      <p:grpSpPr>
        <a:xfrm>
          <a:off x="0" y="0"/>
          <a:ext cx="0" cy="0"/>
          <a:chOff x="0" y="0"/>
          <a:chExt cx="0" cy="0"/>
        </a:xfrm>
      </p:grpSpPr>
      <p:sp>
        <p:nvSpPr>
          <p:cNvPr id="139" name="Google Shape;139;p9"/>
          <p:cNvSpPr txBox="1">
            <a:spLocks noGrp="1"/>
          </p:cNvSpPr>
          <p:nvPr>
            <p:ph type="title"/>
          </p:nvPr>
        </p:nvSpPr>
        <p:spPr>
          <a:xfrm>
            <a:off x="2201850" y="1540001"/>
            <a:ext cx="4740300" cy="131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0" name="Google Shape;140;p9"/>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9"/>
          <p:cNvSpPr txBox="1">
            <a:spLocks noGrp="1"/>
          </p:cNvSpPr>
          <p:nvPr>
            <p:ph type="subTitle" idx="1"/>
          </p:nvPr>
        </p:nvSpPr>
        <p:spPr>
          <a:xfrm>
            <a:off x="2412450" y="2930773"/>
            <a:ext cx="4319100" cy="3147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400">
                <a:solidFill>
                  <a:schemeClr val="accent6"/>
                </a:solidFill>
                <a:latin typeface="Lexend"/>
                <a:ea typeface="Lexend"/>
                <a:cs typeface="Lexend"/>
                <a:sym typeface="Lexen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42" name="Google Shape;142;p9"/>
          <p:cNvGrpSpPr/>
          <p:nvPr/>
        </p:nvGrpSpPr>
        <p:grpSpPr>
          <a:xfrm>
            <a:off x="193442" y="4020709"/>
            <a:ext cx="8811421" cy="898447"/>
            <a:chOff x="193442" y="4020709"/>
            <a:chExt cx="8811421" cy="898447"/>
          </a:xfrm>
        </p:grpSpPr>
        <p:grpSp>
          <p:nvGrpSpPr>
            <p:cNvPr id="143" name="Google Shape;143;p9"/>
            <p:cNvGrpSpPr/>
            <p:nvPr/>
          </p:nvGrpSpPr>
          <p:grpSpPr>
            <a:xfrm>
              <a:off x="8601266" y="4020709"/>
              <a:ext cx="403597" cy="756823"/>
              <a:chOff x="548488" y="4427575"/>
              <a:chExt cx="333221" cy="624750"/>
            </a:xfrm>
          </p:grpSpPr>
          <p:sp>
            <p:nvSpPr>
              <p:cNvPr id="144" name="Google Shape;144;p9"/>
              <p:cNvSpPr/>
              <p:nvPr/>
            </p:nvSpPr>
            <p:spPr>
              <a:xfrm>
                <a:off x="548488" y="4574273"/>
                <a:ext cx="333199" cy="478053"/>
              </a:xfrm>
              <a:custGeom>
                <a:avLst/>
                <a:gdLst/>
                <a:ahLst/>
                <a:cxnLst/>
                <a:rect l="l" t="t" r="r" b="b"/>
                <a:pathLst>
                  <a:path w="20571" h="29514" extrusionOk="0">
                    <a:moveTo>
                      <a:pt x="3761" y="1"/>
                    </a:moveTo>
                    <a:lnTo>
                      <a:pt x="1" y="7066"/>
                    </a:lnTo>
                    <a:lnTo>
                      <a:pt x="1" y="26323"/>
                    </a:lnTo>
                    <a:cubicBezTo>
                      <a:pt x="1" y="28091"/>
                      <a:pt x="1427" y="29513"/>
                      <a:pt x="3191" y="29513"/>
                    </a:cubicBezTo>
                    <a:lnTo>
                      <a:pt x="17380" y="29513"/>
                    </a:lnTo>
                    <a:cubicBezTo>
                      <a:pt x="19144" y="29513"/>
                      <a:pt x="20570" y="28091"/>
                      <a:pt x="20570" y="26323"/>
                    </a:cubicBezTo>
                    <a:lnTo>
                      <a:pt x="20570" y="7066"/>
                    </a:lnTo>
                    <a:lnTo>
                      <a:pt x="168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9"/>
              <p:cNvSpPr/>
              <p:nvPr/>
            </p:nvSpPr>
            <p:spPr>
              <a:xfrm>
                <a:off x="803215" y="4769048"/>
                <a:ext cx="78493" cy="186433"/>
              </a:xfrm>
              <a:custGeom>
                <a:avLst/>
                <a:gdLst/>
                <a:ahLst/>
                <a:cxnLst/>
                <a:rect l="l" t="t" r="r" b="b"/>
                <a:pathLst>
                  <a:path w="4846" h="11510" extrusionOk="0">
                    <a:moveTo>
                      <a:pt x="0" y="1"/>
                    </a:moveTo>
                    <a:lnTo>
                      <a:pt x="0" y="11509"/>
                    </a:lnTo>
                    <a:lnTo>
                      <a:pt x="4845" y="11509"/>
                    </a:lnTo>
                    <a:lnTo>
                      <a:pt x="484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9"/>
              <p:cNvSpPr/>
              <p:nvPr/>
            </p:nvSpPr>
            <p:spPr>
              <a:xfrm>
                <a:off x="548488" y="4769048"/>
                <a:ext cx="184587" cy="186433"/>
              </a:xfrm>
              <a:custGeom>
                <a:avLst/>
                <a:gdLst/>
                <a:ahLst/>
                <a:cxnLst/>
                <a:rect l="l" t="t" r="r" b="b"/>
                <a:pathLst>
                  <a:path w="11396" h="11510" extrusionOk="0">
                    <a:moveTo>
                      <a:pt x="1" y="1"/>
                    </a:moveTo>
                    <a:lnTo>
                      <a:pt x="1" y="11509"/>
                    </a:lnTo>
                    <a:lnTo>
                      <a:pt x="11395" y="11509"/>
                    </a:lnTo>
                    <a:lnTo>
                      <a:pt x="1139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9"/>
              <p:cNvSpPr/>
              <p:nvPr/>
            </p:nvSpPr>
            <p:spPr>
              <a:xfrm>
                <a:off x="631555" y="4855810"/>
                <a:ext cx="63721" cy="63640"/>
              </a:xfrm>
              <a:custGeom>
                <a:avLst/>
                <a:gdLst/>
                <a:ahLst/>
                <a:cxnLst/>
                <a:rect l="l" t="t" r="r" b="b"/>
                <a:pathLst>
                  <a:path w="3934" h="3929" extrusionOk="0">
                    <a:moveTo>
                      <a:pt x="1937" y="0"/>
                    </a:moveTo>
                    <a:cubicBezTo>
                      <a:pt x="857" y="0"/>
                      <a:pt x="0" y="912"/>
                      <a:pt x="0" y="1992"/>
                    </a:cubicBezTo>
                    <a:cubicBezTo>
                      <a:pt x="0" y="3077"/>
                      <a:pt x="857" y="3929"/>
                      <a:pt x="1937" y="3929"/>
                    </a:cubicBezTo>
                    <a:cubicBezTo>
                      <a:pt x="3077" y="3929"/>
                      <a:pt x="3934" y="3077"/>
                      <a:pt x="3934" y="1992"/>
                    </a:cubicBezTo>
                    <a:cubicBezTo>
                      <a:pt x="3934" y="912"/>
                      <a:pt x="3077" y="0"/>
                      <a:pt x="19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a:off x="609395" y="4525401"/>
                <a:ext cx="211394" cy="48884"/>
              </a:xfrm>
              <a:custGeom>
                <a:avLst/>
                <a:gdLst/>
                <a:ahLst/>
                <a:cxnLst/>
                <a:rect l="l" t="t" r="r" b="b"/>
                <a:pathLst>
                  <a:path w="13051" h="3018" extrusionOk="0">
                    <a:moveTo>
                      <a:pt x="1" y="1"/>
                    </a:moveTo>
                    <a:lnTo>
                      <a:pt x="1" y="3018"/>
                    </a:lnTo>
                    <a:lnTo>
                      <a:pt x="13050" y="3018"/>
                    </a:lnTo>
                    <a:lnTo>
                      <a:pt x="1305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9"/>
              <p:cNvSpPr/>
              <p:nvPr/>
            </p:nvSpPr>
            <p:spPr>
              <a:xfrm>
                <a:off x="573450" y="4427575"/>
                <a:ext cx="283278" cy="97833"/>
              </a:xfrm>
              <a:custGeom>
                <a:avLst/>
                <a:gdLst/>
                <a:ahLst/>
                <a:cxnLst/>
                <a:rect l="l" t="t" r="r" b="b"/>
                <a:pathLst>
                  <a:path w="17489" h="6040" extrusionOk="0">
                    <a:moveTo>
                      <a:pt x="3018" y="0"/>
                    </a:moveTo>
                    <a:cubicBezTo>
                      <a:pt x="1368" y="0"/>
                      <a:pt x="0" y="1309"/>
                      <a:pt x="0" y="3018"/>
                    </a:cubicBezTo>
                    <a:cubicBezTo>
                      <a:pt x="0" y="4672"/>
                      <a:pt x="1368" y="6040"/>
                      <a:pt x="3018" y="6040"/>
                    </a:cubicBezTo>
                    <a:lnTo>
                      <a:pt x="14471" y="6040"/>
                    </a:lnTo>
                    <a:cubicBezTo>
                      <a:pt x="16181" y="6040"/>
                      <a:pt x="17489" y="4672"/>
                      <a:pt x="17489" y="3018"/>
                    </a:cubicBezTo>
                    <a:cubicBezTo>
                      <a:pt x="17489" y="1309"/>
                      <a:pt x="16181" y="0"/>
                      <a:pt x="14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9"/>
              <p:cNvSpPr/>
              <p:nvPr/>
            </p:nvSpPr>
            <p:spPr>
              <a:xfrm>
                <a:off x="548488" y="4574273"/>
                <a:ext cx="333199" cy="114452"/>
              </a:xfrm>
              <a:custGeom>
                <a:avLst/>
                <a:gdLst/>
                <a:ahLst/>
                <a:cxnLst/>
                <a:rect l="l" t="t" r="r" b="b"/>
                <a:pathLst>
                  <a:path w="20571" h="7066" extrusionOk="0">
                    <a:moveTo>
                      <a:pt x="3761" y="1"/>
                    </a:moveTo>
                    <a:lnTo>
                      <a:pt x="1" y="7066"/>
                    </a:lnTo>
                    <a:lnTo>
                      <a:pt x="20570" y="7066"/>
                    </a:lnTo>
                    <a:lnTo>
                      <a:pt x="168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 name="Google Shape;151;p9"/>
            <p:cNvSpPr/>
            <p:nvPr/>
          </p:nvSpPr>
          <p:spPr>
            <a:xfrm>
              <a:off x="193442" y="4687250"/>
              <a:ext cx="254116" cy="231907"/>
            </a:xfrm>
            <a:custGeom>
              <a:avLst/>
              <a:gdLst/>
              <a:ahLst/>
              <a:cxnLst/>
              <a:rect l="l" t="t" r="r" b="b"/>
              <a:pathLst>
                <a:path w="11259" h="10275" extrusionOk="0">
                  <a:moveTo>
                    <a:pt x="5629" y="1"/>
                  </a:moveTo>
                  <a:cubicBezTo>
                    <a:pt x="4299" y="1"/>
                    <a:pt x="2966" y="495"/>
                    <a:pt x="1954" y="1473"/>
                  </a:cubicBezTo>
                  <a:cubicBezTo>
                    <a:pt x="119" y="3307"/>
                    <a:pt x="1" y="6213"/>
                    <a:pt x="1480" y="8227"/>
                  </a:cubicBezTo>
                  <a:cubicBezTo>
                    <a:pt x="1660" y="8403"/>
                    <a:pt x="1779" y="8583"/>
                    <a:pt x="1954" y="8758"/>
                  </a:cubicBezTo>
                  <a:cubicBezTo>
                    <a:pt x="2134" y="8938"/>
                    <a:pt x="2309" y="9114"/>
                    <a:pt x="2546" y="9232"/>
                  </a:cubicBezTo>
                  <a:cubicBezTo>
                    <a:pt x="3457" y="9929"/>
                    <a:pt x="4537" y="10274"/>
                    <a:pt x="5617" y="10274"/>
                  </a:cubicBezTo>
                  <a:cubicBezTo>
                    <a:pt x="6927" y="10274"/>
                    <a:pt x="8236" y="9766"/>
                    <a:pt x="9244" y="8758"/>
                  </a:cubicBezTo>
                  <a:cubicBezTo>
                    <a:pt x="11079" y="6924"/>
                    <a:pt x="11259" y="4080"/>
                    <a:pt x="9718" y="2065"/>
                  </a:cubicBezTo>
                  <a:cubicBezTo>
                    <a:pt x="9600" y="1885"/>
                    <a:pt x="9420" y="1648"/>
                    <a:pt x="9244" y="1473"/>
                  </a:cubicBezTo>
                  <a:cubicBezTo>
                    <a:pt x="9064" y="1354"/>
                    <a:pt x="8889" y="1174"/>
                    <a:pt x="8708" y="999"/>
                  </a:cubicBezTo>
                  <a:cubicBezTo>
                    <a:pt x="7802" y="331"/>
                    <a:pt x="6716" y="1"/>
                    <a:pt x="56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9"/>
            <p:cNvSpPr/>
            <p:nvPr/>
          </p:nvSpPr>
          <p:spPr>
            <a:xfrm>
              <a:off x="226822" y="4709774"/>
              <a:ext cx="185977" cy="185864"/>
            </a:xfrm>
            <a:custGeom>
              <a:avLst/>
              <a:gdLst/>
              <a:ahLst/>
              <a:cxnLst/>
              <a:rect l="l" t="t" r="r" b="b"/>
              <a:pathLst>
                <a:path w="8240" h="8235" extrusionOk="0">
                  <a:moveTo>
                    <a:pt x="7229" y="1"/>
                  </a:moveTo>
                  <a:lnTo>
                    <a:pt x="1" y="7229"/>
                  </a:lnTo>
                  <a:cubicBezTo>
                    <a:pt x="181" y="7405"/>
                    <a:pt x="300" y="7585"/>
                    <a:pt x="475" y="7760"/>
                  </a:cubicBezTo>
                  <a:cubicBezTo>
                    <a:pt x="655" y="7940"/>
                    <a:pt x="830" y="8116"/>
                    <a:pt x="1067" y="8234"/>
                  </a:cubicBezTo>
                  <a:lnTo>
                    <a:pt x="8239" y="1067"/>
                  </a:lnTo>
                  <a:cubicBezTo>
                    <a:pt x="8121" y="887"/>
                    <a:pt x="7941" y="650"/>
                    <a:pt x="7765" y="475"/>
                  </a:cubicBezTo>
                  <a:cubicBezTo>
                    <a:pt x="7585" y="356"/>
                    <a:pt x="7410" y="176"/>
                    <a:pt x="7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9"/>
          <p:cNvGrpSpPr/>
          <p:nvPr/>
        </p:nvGrpSpPr>
        <p:grpSpPr>
          <a:xfrm flipH="1">
            <a:off x="8599272" y="-36524"/>
            <a:ext cx="407607" cy="957974"/>
            <a:chOff x="59322" y="-36524"/>
            <a:chExt cx="407607" cy="957974"/>
          </a:xfrm>
        </p:grpSpPr>
        <p:sp>
          <p:nvSpPr>
            <p:cNvPr id="154" name="Google Shape;154;p9"/>
            <p:cNvSpPr/>
            <p:nvPr/>
          </p:nvSpPr>
          <p:spPr>
            <a:xfrm>
              <a:off x="59322" y="-36524"/>
              <a:ext cx="380992" cy="924927"/>
            </a:xfrm>
            <a:custGeom>
              <a:avLst/>
              <a:gdLst/>
              <a:ahLst/>
              <a:cxnLst/>
              <a:rect l="l" t="t" r="r" b="b"/>
              <a:pathLst>
                <a:path w="31996" h="77676" extrusionOk="0">
                  <a:moveTo>
                    <a:pt x="0" y="1"/>
                  </a:moveTo>
                  <a:lnTo>
                    <a:pt x="0" y="7229"/>
                  </a:lnTo>
                  <a:cubicBezTo>
                    <a:pt x="0" y="11851"/>
                    <a:pt x="3792" y="15643"/>
                    <a:pt x="8414" y="15643"/>
                  </a:cubicBezTo>
                  <a:lnTo>
                    <a:pt x="23639" y="15643"/>
                  </a:lnTo>
                  <a:cubicBezTo>
                    <a:pt x="27493" y="15643"/>
                    <a:pt x="30631" y="18781"/>
                    <a:pt x="30631" y="22634"/>
                  </a:cubicBezTo>
                  <a:lnTo>
                    <a:pt x="30631" y="77676"/>
                  </a:lnTo>
                  <a:lnTo>
                    <a:pt x="31996" y="77676"/>
                  </a:lnTo>
                  <a:lnTo>
                    <a:pt x="31996" y="22634"/>
                  </a:lnTo>
                  <a:cubicBezTo>
                    <a:pt x="31996" y="18013"/>
                    <a:pt x="28261" y="14221"/>
                    <a:pt x="23639" y="14221"/>
                  </a:cubicBezTo>
                  <a:lnTo>
                    <a:pt x="8414" y="14221"/>
                  </a:lnTo>
                  <a:cubicBezTo>
                    <a:pt x="4560" y="14221"/>
                    <a:pt x="1422" y="11078"/>
                    <a:pt x="1422" y="7229"/>
                  </a:cubicBezTo>
                  <a:lnTo>
                    <a:pt x="14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a:off x="396920" y="851441"/>
              <a:ext cx="70009" cy="70009"/>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6"/>
        <p:cNvGrpSpPr/>
        <p:nvPr/>
      </p:nvGrpSpPr>
      <p:grpSpPr>
        <a:xfrm>
          <a:off x="0" y="0"/>
          <a:ext cx="0" cy="0"/>
          <a:chOff x="0" y="0"/>
          <a:chExt cx="0" cy="0"/>
        </a:xfrm>
      </p:grpSpPr>
      <p:sp>
        <p:nvSpPr>
          <p:cNvPr id="157" name="Google Shape;157;p10"/>
          <p:cNvSpPr>
            <a:spLocks noGrp="1"/>
          </p:cNvSpPr>
          <p:nvPr>
            <p:ph type="pic" idx="2"/>
          </p:nvPr>
        </p:nvSpPr>
        <p:spPr>
          <a:xfrm>
            <a:off x="-6875" y="0"/>
            <a:ext cx="9144000" cy="5157300"/>
          </a:xfrm>
          <a:prstGeom prst="rect">
            <a:avLst/>
          </a:prstGeom>
          <a:noFill/>
          <a:ln>
            <a:noFill/>
          </a:ln>
        </p:spPr>
        <p:txBody>
          <a:bodyPr/>
          <a:lstStyle/>
          <a:p>
            <a:endParaRPr lang="en-CA"/>
          </a:p>
        </p:txBody>
      </p:sp>
      <p:sp>
        <p:nvSpPr>
          <p:cNvPr id="158" name="Google Shape;158;p10"/>
          <p:cNvSpPr txBox="1">
            <a:spLocks noGrp="1"/>
          </p:cNvSpPr>
          <p:nvPr>
            <p:ph type="title"/>
          </p:nvPr>
        </p:nvSpPr>
        <p:spPr>
          <a:xfrm>
            <a:off x="1246675" y="4038000"/>
            <a:ext cx="6650700" cy="572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59"/>
        <p:cNvGrpSpPr/>
        <p:nvPr/>
      </p:nvGrpSpPr>
      <p:grpSpPr>
        <a:xfrm>
          <a:off x="0" y="0"/>
          <a:ext cx="0" cy="0"/>
          <a:chOff x="0" y="0"/>
          <a:chExt cx="0" cy="0"/>
        </a:xfrm>
      </p:grpSpPr>
      <p:sp>
        <p:nvSpPr>
          <p:cNvPr id="160" name="Google Shape;160;p11"/>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 name="Google Shape;161;p11"/>
          <p:cNvGrpSpPr/>
          <p:nvPr/>
        </p:nvGrpSpPr>
        <p:grpSpPr>
          <a:xfrm>
            <a:off x="-120925" y="0"/>
            <a:ext cx="10248077" cy="1786175"/>
            <a:chOff x="-120925" y="0"/>
            <a:chExt cx="10248077" cy="1786175"/>
          </a:xfrm>
        </p:grpSpPr>
        <p:sp>
          <p:nvSpPr>
            <p:cNvPr id="162" name="Google Shape;162;p11"/>
            <p:cNvSpPr/>
            <p:nvPr/>
          </p:nvSpPr>
          <p:spPr>
            <a:xfrm rot="-5400000" flipH="1">
              <a:off x="8731755" y="-71209"/>
              <a:ext cx="1187358" cy="1603436"/>
            </a:xfrm>
            <a:custGeom>
              <a:avLst/>
              <a:gdLst/>
              <a:ahLst/>
              <a:cxnLst/>
              <a:rect l="l" t="t" r="r" b="b"/>
              <a:pathLst>
                <a:path w="42834" h="57844" extrusionOk="0">
                  <a:moveTo>
                    <a:pt x="15798" y="0"/>
                  </a:moveTo>
                  <a:cubicBezTo>
                    <a:pt x="14278" y="0"/>
                    <a:pt x="12929" y="621"/>
                    <a:pt x="11918" y="1633"/>
                  </a:cubicBezTo>
                  <a:cubicBezTo>
                    <a:pt x="10906" y="2586"/>
                    <a:pt x="10290" y="3994"/>
                    <a:pt x="10290" y="5509"/>
                  </a:cubicBezTo>
                  <a:lnTo>
                    <a:pt x="10290" y="6296"/>
                  </a:lnTo>
                  <a:cubicBezTo>
                    <a:pt x="10290" y="7645"/>
                    <a:pt x="9782" y="8828"/>
                    <a:pt x="8882" y="9727"/>
                  </a:cubicBezTo>
                  <a:cubicBezTo>
                    <a:pt x="8041" y="10568"/>
                    <a:pt x="6859" y="11130"/>
                    <a:pt x="5510" y="11130"/>
                  </a:cubicBezTo>
                  <a:cubicBezTo>
                    <a:pt x="3994" y="11130"/>
                    <a:pt x="2645" y="11751"/>
                    <a:pt x="1633" y="12704"/>
                  </a:cubicBezTo>
                  <a:cubicBezTo>
                    <a:pt x="621" y="13716"/>
                    <a:pt x="1" y="15065"/>
                    <a:pt x="1" y="16585"/>
                  </a:cubicBezTo>
                  <a:lnTo>
                    <a:pt x="1" y="57844"/>
                  </a:lnTo>
                  <a:lnTo>
                    <a:pt x="734" y="57844"/>
                  </a:lnTo>
                  <a:lnTo>
                    <a:pt x="734" y="16585"/>
                  </a:lnTo>
                  <a:cubicBezTo>
                    <a:pt x="734" y="15290"/>
                    <a:pt x="1238" y="14111"/>
                    <a:pt x="2137" y="13212"/>
                  </a:cubicBezTo>
                  <a:cubicBezTo>
                    <a:pt x="2982" y="12367"/>
                    <a:pt x="4219" y="11805"/>
                    <a:pt x="5510" y="11805"/>
                  </a:cubicBezTo>
                  <a:cubicBezTo>
                    <a:pt x="7030" y="11805"/>
                    <a:pt x="8433" y="11189"/>
                    <a:pt x="9390" y="10231"/>
                  </a:cubicBezTo>
                  <a:cubicBezTo>
                    <a:pt x="10402" y="9219"/>
                    <a:pt x="11018" y="7816"/>
                    <a:pt x="11018" y="6296"/>
                  </a:cubicBezTo>
                  <a:lnTo>
                    <a:pt x="11018" y="5509"/>
                  </a:lnTo>
                  <a:cubicBezTo>
                    <a:pt x="11018" y="4160"/>
                    <a:pt x="11526" y="2982"/>
                    <a:pt x="12426" y="2136"/>
                  </a:cubicBezTo>
                  <a:cubicBezTo>
                    <a:pt x="13267" y="1237"/>
                    <a:pt x="14449" y="733"/>
                    <a:pt x="15798" y="733"/>
                  </a:cubicBezTo>
                  <a:lnTo>
                    <a:pt x="37383" y="733"/>
                  </a:lnTo>
                  <a:cubicBezTo>
                    <a:pt x="38674" y="733"/>
                    <a:pt x="39911" y="1237"/>
                    <a:pt x="40756" y="2136"/>
                  </a:cubicBezTo>
                  <a:cubicBezTo>
                    <a:pt x="41597" y="2982"/>
                    <a:pt x="42159" y="4160"/>
                    <a:pt x="42159" y="5509"/>
                  </a:cubicBezTo>
                  <a:lnTo>
                    <a:pt x="42159" y="57844"/>
                  </a:lnTo>
                  <a:lnTo>
                    <a:pt x="42834" y="57844"/>
                  </a:lnTo>
                  <a:lnTo>
                    <a:pt x="42834" y="5509"/>
                  </a:lnTo>
                  <a:cubicBezTo>
                    <a:pt x="42834" y="3994"/>
                    <a:pt x="42272" y="2586"/>
                    <a:pt x="41260" y="1633"/>
                  </a:cubicBezTo>
                  <a:cubicBezTo>
                    <a:pt x="40248" y="621"/>
                    <a:pt x="38899" y="0"/>
                    <a:pt x="373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1"/>
            <p:cNvSpPr/>
            <p:nvPr/>
          </p:nvSpPr>
          <p:spPr>
            <a:xfrm rot="10800000" flipH="1">
              <a:off x="-120925" y="0"/>
              <a:ext cx="773975" cy="1786175"/>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 name="Google Shape;164;p11"/>
          <p:cNvGrpSpPr/>
          <p:nvPr/>
        </p:nvGrpSpPr>
        <p:grpSpPr>
          <a:xfrm>
            <a:off x="270800" y="136824"/>
            <a:ext cx="536182" cy="398177"/>
            <a:chOff x="270800" y="136824"/>
            <a:chExt cx="536182" cy="398177"/>
          </a:xfrm>
        </p:grpSpPr>
        <p:grpSp>
          <p:nvGrpSpPr>
            <p:cNvPr id="165" name="Google Shape;165;p11"/>
            <p:cNvGrpSpPr/>
            <p:nvPr/>
          </p:nvGrpSpPr>
          <p:grpSpPr>
            <a:xfrm>
              <a:off x="270800" y="290664"/>
              <a:ext cx="244337" cy="244337"/>
              <a:chOff x="270800" y="290664"/>
              <a:chExt cx="244337" cy="244337"/>
            </a:xfrm>
          </p:grpSpPr>
          <p:sp>
            <p:nvSpPr>
              <p:cNvPr id="166" name="Google Shape;166;p11"/>
              <p:cNvSpPr/>
              <p:nvPr/>
            </p:nvSpPr>
            <p:spPr>
              <a:xfrm>
                <a:off x="270800" y="290664"/>
                <a:ext cx="244337" cy="244337"/>
              </a:xfrm>
              <a:custGeom>
                <a:avLst/>
                <a:gdLst/>
                <a:ahLst/>
                <a:cxnLst/>
                <a:rect l="l" t="t" r="r" b="b"/>
                <a:pathLst>
                  <a:path w="30523" h="30523" extrusionOk="0">
                    <a:moveTo>
                      <a:pt x="14942" y="0"/>
                    </a:moveTo>
                    <a:cubicBezTo>
                      <a:pt x="6641" y="194"/>
                      <a:pt x="0" y="6963"/>
                      <a:pt x="0" y="15264"/>
                    </a:cubicBezTo>
                    <a:cubicBezTo>
                      <a:pt x="0" y="23693"/>
                      <a:pt x="6830" y="30523"/>
                      <a:pt x="15259" y="30523"/>
                    </a:cubicBezTo>
                    <a:cubicBezTo>
                      <a:pt x="23560" y="30523"/>
                      <a:pt x="30328" y="23882"/>
                      <a:pt x="30522" y="15581"/>
                    </a:cubicBezTo>
                    <a:lnTo>
                      <a:pt x="30522" y="15264"/>
                    </a:lnTo>
                    <a:cubicBezTo>
                      <a:pt x="30522" y="6835"/>
                      <a:pt x="23687" y="0"/>
                      <a:pt x="152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a:off x="331109" y="350981"/>
                <a:ext cx="123709" cy="123701"/>
              </a:xfrm>
              <a:custGeom>
                <a:avLst/>
                <a:gdLst/>
                <a:ahLst/>
                <a:cxnLst/>
                <a:rect l="l" t="t" r="r" b="b"/>
                <a:pathLst>
                  <a:path w="15454" h="15453" extrusionOk="0">
                    <a:moveTo>
                      <a:pt x="7725" y="0"/>
                    </a:moveTo>
                    <a:cubicBezTo>
                      <a:pt x="6514" y="0"/>
                      <a:pt x="5554" y="960"/>
                      <a:pt x="5554" y="2171"/>
                    </a:cubicBezTo>
                    <a:lnTo>
                      <a:pt x="5554" y="5558"/>
                    </a:lnTo>
                    <a:lnTo>
                      <a:pt x="2105" y="5558"/>
                    </a:lnTo>
                    <a:cubicBezTo>
                      <a:pt x="956" y="5558"/>
                      <a:pt x="1" y="6513"/>
                      <a:pt x="1" y="7729"/>
                    </a:cubicBezTo>
                    <a:cubicBezTo>
                      <a:pt x="1" y="8940"/>
                      <a:pt x="956" y="9900"/>
                      <a:pt x="2105" y="9900"/>
                    </a:cubicBezTo>
                    <a:lnTo>
                      <a:pt x="5554" y="9900"/>
                    </a:lnTo>
                    <a:lnTo>
                      <a:pt x="5554" y="13348"/>
                    </a:lnTo>
                    <a:cubicBezTo>
                      <a:pt x="5554" y="14498"/>
                      <a:pt x="6514" y="15453"/>
                      <a:pt x="7725" y="15453"/>
                    </a:cubicBezTo>
                    <a:cubicBezTo>
                      <a:pt x="8940" y="15453"/>
                      <a:pt x="9896" y="14498"/>
                      <a:pt x="9896" y="13348"/>
                    </a:cubicBezTo>
                    <a:lnTo>
                      <a:pt x="9896" y="9900"/>
                    </a:lnTo>
                    <a:lnTo>
                      <a:pt x="13344" y="9900"/>
                    </a:lnTo>
                    <a:cubicBezTo>
                      <a:pt x="13921" y="9900"/>
                      <a:pt x="14432" y="9645"/>
                      <a:pt x="14815" y="9261"/>
                    </a:cubicBezTo>
                    <a:cubicBezTo>
                      <a:pt x="15259" y="8878"/>
                      <a:pt x="15454" y="8301"/>
                      <a:pt x="15454" y="7729"/>
                    </a:cubicBezTo>
                    <a:cubicBezTo>
                      <a:pt x="15454" y="6513"/>
                      <a:pt x="14493" y="5558"/>
                      <a:pt x="13344" y="5558"/>
                    </a:cubicBezTo>
                    <a:lnTo>
                      <a:pt x="9896" y="5558"/>
                    </a:lnTo>
                    <a:lnTo>
                      <a:pt x="9896" y="2171"/>
                    </a:lnTo>
                    <a:cubicBezTo>
                      <a:pt x="9896" y="1533"/>
                      <a:pt x="9640" y="1022"/>
                      <a:pt x="9257" y="639"/>
                    </a:cubicBezTo>
                    <a:cubicBezTo>
                      <a:pt x="8874" y="256"/>
                      <a:pt x="8302" y="0"/>
                      <a:pt x="77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11"/>
            <p:cNvGrpSpPr/>
            <p:nvPr/>
          </p:nvGrpSpPr>
          <p:grpSpPr>
            <a:xfrm>
              <a:off x="390402" y="136824"/>
              <a:ext cx="416580" cy="397152"/>
              <a:chOff x="390402" y="136824"/>
              <a:chExt cx="416580" cy="397152"/>
            </a:xfrm>
          </p:grpSpPr>
          <p:sp>
            <p:nvSpPr>
              <p:cNvPr id="169" name="Google Shape;169;p11"/>
              <p:cNvSpPr/>
              <p:nvPr/>
            </p:nvSpPr>
            <p:spPr>
              <a:xfrm>
                <a:off x="390402" y="136824"/>
                <a:ext cx="416580" cy="397152"/>
              </a:xfrm>
              <a:custGeom>
                <a:avLst/>
                <a:gdLst/>
                <a:ahLst/>
                <a:cxnLst/>
                <a:rect l="l" t="t" r="r" b="b"/>
                <a:pathLst>
                  <a:path w="52040" h="49613" extrusionOk="0">
                    <a:moveTo>
                      <a:pt x="13666" y="1"/>
                    </a:moveTo>
                    <a:cubicBezTo>
                      <a:pt x="10473" y="1"/>
                      <a:pt x="7280" y="1211"/>
                      <a:pt x="4854" y="3638"/>
                    </a:cubicBezTo>
                    <a:cubicBezTo>
                      <a:pt x="1" y="8491"/>
                      <a:pt x="1" y="16409"/>
                      <a:pt x="4854" y="21262"/>
                    </a:cubicBezTo>
                    <a:lnTo>
                      <a:pt x="7919" y="24265"/>
                    </a:lnTo>
                    <a:lnTo>
                      <a:pt x="17047" y="33460"/>
                    </a:lnTo>
                    <a:lnTo>
                      <a:pt x="23499" y="39907"/>
                    </a:lnTo>
                    <a:lnTo>
                      <a:pt x="27203" y="43549"/>
                    </a:lnTo>
                    <a:lnTo>
                      <a:pt x="29563" y="45976"/>
                    </a:lnTo>
                    <a:cubicBezTo>
                      <a:pt x="31989" y="48402"/>
                      <a:pt x="35182" y="49613"/>
                      <a:pt x="38375" y="49613"/>
                    </a:cubicBezTo>
                    <a:cubicBezTo>
                      <a:pt x="41567" y="49613"/>
                      <a:pt x="44760" y="48402"/>
                      <a:pt x="47187" y="45976"/>
                    </a:cubicBezTo>
                    <a:cubicBezTo>
                      <a:pt x="52040" y="41123"/>
                      <a:pt x="52040" y="33205"/>
                      <a:pt x="47187" y="28352"/>
                    </a:cubicBezTo>
                    <a:lnTo>
                      <a:pt x="34865" y="16092"/>
                    </a:lnTo>
                    <a:lnTo>
                      <a:pt x="22478" y="3638"/>
                    </a:lnTo>
                    <a:cubicBezTo>
                      <a:pt x="20051" y="1211"/>
                      <a:pt x="16858" y="1"/>
                      <a:pt x="136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1"/>
              <p:cNvSpPr/>
              <p:nvPr/>
            </p:nvSpPr>
            <p:spPr>
              <a:xfrm>
                <a:off x="526863" y="265640"/>
                <a:ext cx="280119" cy="268336"/>
              </a:xfrm>
              <a:custGeom>
                <a:avLst/>
                <a:gdLst/>
                <a:ahLst/>
                <a:cxnLst/>
                <a:rect l="l" t="t" r="r" b="b"/>
                <a:pathLst>
                  <a:path w="34993" h="33521" extrusionOk="0">
                    <a:moveTo>
                      <a:pt x="17818" y="0"/>
                    </a:moveTo>
                    <a:lnTo>
                      <a:pt x="3387" y="14237"/>
                    </a:lnTo>
                    <a:lnTo>
                      <a:pt x="0" y="17368"/>
                    </a:lnTo>
                    <a:lnTo>
                      <a:pt x="6452" y="23815"/>
                    </a:lnTo>
                    <a:lnTo>
                      <a:pt x="10156" y="27457"/>
                    </a:lnTo>
                    <a:lnTo>
                      <a:pt x="12516" y="29884"/>
                    </a:lnTo>
                    <a:cubicBezTo>
                      <a:pt x="14942" y="32310"/>
                      <a:pt x="18135" y="33521"/>
                      <a:pt x="21328" y="33521"/>
                    </a:cubicBezTo>
                    <a:cubicBezTo>
                      <a:pt x="24520" y="33521"/>
                      <a:pt x="27713" y="32310"/>
                      <a:pt x="30140" y="29884"/>
                    </a:cubicBezTo>
                    <a:cubicBezTo>
                      <a:pt x="34993" y="25031"/>
                      <a:pt x="34993" y="17113"/>
                      <a:pt x="30140" y="12260"/>
                    </a:cubicBezTo>
                    <a:lnTo>
                      <a:pt x="178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1" name="Google Shape;171;p11"/>
          <p:cNvSpPr txBox="1">
            <a:spLocks noGrp="1"/>
          </p:cNvSpPr>
          <p:nvPr>
            <p:ph type="title" hasCustomPrompt="1"/>
          </p:nvPr>
        </p:nvSpPr>
        <p:spPr>
          <a:xfrm>
            <a:off x="4797125" y="1649900"/>
            <a:ext cx="1648200" cy="7878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SzPts val="9600"/>
              <a:buNone/>
              <a:defRPr sz="48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72" name="Google Shape;172;p11"/>
          <p:cNvSpPr txBox="1">
            <a:spLocks noGrp="1"/>
          </p:cNvSpPr>
          <p:nvPr>
            <p:ph type="subTitle" idx="1"/>
          </p:nvPr>
        </p:nvSpPr>
        <p:spPr>
          <a:xfrm>
            <a:off x="4797125" y="2453207"/>
            <a:ext cx="3631800" cy="104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73" name="Google Shape;173;p11"/>
          <p:cNvSpPr/>
          <p:nvPr/>
        </p:nvSpPr>
        <p:spPr>
          <a:xfrm>
            <a:off x="8646001" y="205675"/>
            <a:ext cx="84919" cy="84919"/>
          </a:xfrm>
          <a:custGeom>
            <a:avLst/>
            <a:gdLst/>
            <a:ahLst/>
            <a:cxnLst/>
            <a:rect l="l" t="t" r="r" b="b"/>
            <a:pathLst>
              <a:path w="6409" h="6409" extrusionOk="0">
                <a:moveTo>
                  <a:pt x="3206" y="1"/>
                </a:moveTo>
                <a:cubicBezTo>
                  <a:pt x="1462" y="1"/>
                  <a:pt x="0" y="1462"/>
                  <a:pt x="0" y="3203"/>
                </a:cubicBezTo>
                <a:cubicBezTo>
                  <a:pt x="0" y="4947"/>
                  <a:pt x="1462" y="6409"/>
                  <a:pt x="3206" y="6409"/>
                </a:cubicBezTo>
                <a:cubicBezTo>
                  <a:pt x="4947" y="6409"/>
                  <a:pt x="6408" y="4947"/>
                  <a:pt x="6408" y="3203"/>
                </a:cubicBezTo>
                <a:cubicBezTo>
                  <a:pt x="6408" y="1462"/>
                  <a:pt x="4947" y="1"/>
                  <a:pt x="32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17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75"/>
        <p:cNvGrpSpPr/>
        <p:nvPr/>
      </p:nvGrpSpPr>
      <p:grpSpPr>
        <a:xfrm>
          <a:off x="0" y="0"/>
          <a:ext cx="0" cy="0"/>
          <a:chOff x="0" y="0"/>
          <a:chExt cx="0" cy="0"/>
        </a:xfrm>
      </p:grpSpPr>
      <p:sp>
        <p:nvSpPr>
          <p:cNvPr id="176" name="Google Shape;176;p13"/>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 name="Google Shape;177;p13"/>
          <p:cNvGrpSpPr/>
          <p:nvPr/>
        </p:nvGrpSpPr>
        <p:grpSpPr>
          <a:xfrm>
            <a:off x="0" y="-64"/>
            <a:ext cx="9144000" cy="5140489"/>
            <a:chOff x="0" y="-64"/>
            <a:chExt cx="9144000" cy="5140489"/>
          </a:xfrm>
        </p:grpSpPr>
        <p:sp>
          <p:nvSpPr>
            <p:cNvPr id="178" name="Google Shape;178;p13"/>
            <p:cNvSpPr/>
            <p:nvPr/>
          </p:nvSpPr>
          <p:spPr>
            <a:xfrm rot="10800000" flipH="1">
              <a:off x="0" y="-64"/>
              <a:ext cx="604707" cy="1395539"/>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3"/>
            <p:cNvSpPr/>
            <p:nvPr/>
          </p:nvSpPr>
          <p:spPr>
            <a:xfrm>
              <a:off x="8806350" y="4305725"/>
              <a:ext cx="337650" cy="834700"/>
            </a:xfrm>
            <a:custGeom>
              <a:avLst/>
              <a:gdLst/>
              <a:ahLst/>
              <a:cxnLst/>
              <a:rect l="l" t="t" r="r" b="b"/>
              <a:pathLst>
                <a:path w="13506" h="33388" extrusionOk="0">
                  <a:moveTo>
                    <a:pt x="5356" y="1"/>
                  </a:moveTo>
                  <a:cubicBezTo>
                    <a:pt x="3875" y="1"/>
                    <a:pt x="2508" y="571"/>
                    <a:pt x="1542" y="1537"/>
                  </a:cubicBezTo>
                  <a:cubicBezTo>
                    <a:pt x="571" y="2508"/>
                    <a:pt x="1" y="3875"/>
                    <a:pt x="1" y="5356"/>
                  </a:cubicBezTo>
                  <a:lnTo>
                    <a:pt x="1" y="33387"/>
                  </a:lnTo>
                  <a:lnTo>
                    <a:pt x="799" y="33387"/>
                  </a:lnTo>
                  <a:lnTo>
                    <a:pt x="799" y="5356"/>
                  </a:lnTo>
                  <a:cubicBezTo>
                    <a:pt x="799" y="4103"/>
                    <a:pt x="1314" y="2963"/>
                    <a:pt x="2111" y="2106"/>
                  </a:cubicBezTo>
                  <a:cubicBezTo>
                    <a:pt x="2964" y="1309"/>
                    <a:pt x="4103" y="798"/>
                    <a:pt x="5356" y="798"/>
                  </a:cubicBezTo>
                  <a:lnTo>
                    <a:pt x="13506" y="798"/>
                  </a:lnTo>
                  <a:lnTo>
                    <a:pt x="135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 name="Google Shape;180;p13"/>
          <p:cNvGrpSpPr/>
          <p:nvPr/>
        </p:nvGrpSpPr>
        <p:grpSpPr>
          <a:xfrm>
            <a:off x="378225" y="119001"/>
            <a:ext cx="8637107" cy="4006343"/>
            <a:chOff x="378225" y="119001"/>
            <a:chExt cx="8637107" cy="4006343"/>
          </a:xfrm>
        </p:grpSpPr>
        <p:sp>
          <p:nvSpPr>
            <p:cNvPr id="181" name="Google Shape;181;p13"/>
            <p:cNvSpPr/>
            <p:nvPr/>
          </p:nvSpPr>
          <p:spPr>
            <a:xfrm>
              <a:off x="8806349" y="2963563"/>
              <a:ext cx="208984" cy="209001"/>
            </a:xfrm>
            <a:custGeom>
              <a:avLst/>
              <a:gdLst/>
              <a:ahLst/>
              <a:cxnLst/>
              <a:rect l="l" t="t" r="r" b="b"/>
              <a:pathLst>
                <a:path w="11971" h="11972" extrusionOk="0">
                  <a:moveTo>
                    <a:pt x="5001" y="0"/>
                  </a:moveTo>
                  <a:lnTo>
                    <a:pt x="5001" y="5001"/>
                  </a:lnTo>
                  <a:lnTo>
                    <a:pt x="0" y="5001"/>
                  </a:lnTo>
                  <a:lnTo>
                    <a:pt x="0" y="6971"/>
                  </a:lnTo>
                  <a:lnTo>
                    <a:pt x="5001" y="6971"/>
                  </a:lnTo>
                  <a:lnTo>
                    <a:pt x="5001" y="11971"/>
                  </a:lnTo>
                  <a:lnTo>
                    <a:pt x="6970" y="11971"/>
                  </a:lnTo>
                  <a:lnTo>
                    <a:pt x="6970" y="6971"/>
                  </a:lnTo>
                  <a:lnTo>
                    <a:pt x="11971" y="6971"/>
                  </a:lnTo>
                  <a:lnTo>
                    <a:pt x="11971" y="5001"/>
                  </a:lnTo>
                  <a:lnTo>
                    <a:pt x="6970" y="5001"/>
                  </a:lnTo>
                  <a:lnTo>
                    <a:pt x="69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p:cNvSpPr/>
            <p:nvPr/>
          </p:nvSpPr>
          <p:spPr>
            <a:xfrm>
              <a:off x="8635825" y="4012076"/>
              <a:ext cx="113268" cy="113268"/>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3"/>
            <p:cNvSpPr/>
            <p:nvPr/>
          </p:nvSpPr>
          <p:spPr>
            <a:xfrm>
              <a:off x="378225" y="119001"/>
              <a:ext cx="113268" cy="113268"/>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5" name="Google Shape;185;p13"/>
          <p:cNvSpPr txBox="1">
            <a:spLocks noGrp="1"/>
          </p:cNvSpPr>
          <p:nvPr>
            <p:ph type="title" idx="2" hasCustomPrompt="1"/>
          </p:nvPr>
        </p:nvSpPr>
        <p:spPr>
          <a:xfrm>
            <a:off x="1234675" y="1509075"/>
            <a:ext cx="734700" cy="4476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6" name="Google Shape;186;p13"/>
          <p:cNvSpPr txBox="1">
            <a:spLocks noGrp="1"/>
          </p:cNvSpPr>
          <p:nvPr>
            <p:ph type="title" idx="3" hasCustomPrompt="1"/>
          </p:nvPr>
        </p:nvSpPr>
        <p:spPr>
          <a:xfrm>
            <a:off x="4869125" y="1509075"/>
            <a:ext cx="734700" cy="4476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7" name="Google Shape;187;p13"/>
          <p:cNvSpPr txBox="1">
            <a:spLocks noGrp="1"/>
          </p:cNvSpPr>
          <p:nvPr>
            <p:ph type="title" idx="4" hasCustomPrompt="1"/>
          </p:nvPr>
        </p:nvSpPr>
        <p:spPr>
          <a:xfrm>
            <a:off x="1234675" y="2529302"/>
            <a:ext cx="734700" cy="4476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8" name="Google Shape;188;p13"/>
          <p:cNvSpPr txBox="1">
            <a:spLocks noGrp="1"/>
          </p:cNvSpPr>
          <p:nvPr>
            <p:ph type="title" idx="5" hasCustomPrompt="1"/>
          </p:nvPr>
        </p:nvSpPr>
        <p:spPr>
          <a:xfrm>
            <a:off x="4869125" y="2529302"/>
            <a:ext cx="734700" cy="4476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9" name="Google Shape;189;p13"/>
          <p:cNvSpPr txBox="1">
            <a:spLocks noGrp="1"/>
          </p:cNvSpPr>
          <p:nvPr>
            <p:ph type="title" idx="6" hasCustomPrompt="1"/>
          </p:nvPr>
        </p:nvSpPr>
        <p:spPr>
          <a:xfrm>
            <a:off x="1234675" y="3549525"/>
            <a:ext cx="734700" cy="4476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0" name="Google Shape;190;p13"/>
          <p:cNvSpPr txBox="1">
            <a:spLocks noGrp="1"/>
          </p:cNvSpPr>
          <p:nvPr>
            <p:ph type="title" idx="7" hasCustomPrompt="1"/>
          </p:nvPr>
        </p:nvSpPr>
        <p:spPr>
          <a:xfrm>
            <a:off x="4869125" y="3549525"/>
            <a:ext cx="734700" cy="447600"/>
          </a:xfrm>
          <a:prstGeom prst="rect">
            <a:avLst/>
          </a:prstGeom>
          <a:solidFill>
            <a:schemeClr val="accent5"/>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1" name="Google Shape;191;p13"/>
          <p:cNvSpPr txBox="1">
            <a:spLocks noGrp="1"/>
          </p:cNvSpPr>
          <p:nvPr>
            <p:ph type="subTitle" idx="1"/>
          </p:nvPr>
        </p:nvSpPr>
        <p:spPr>
          <a:xfrm>
            <a:off x="1969375" y="150907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92" name="Google Shape;192;p13"/>
          <p:cNvSpPr txBox="1">
            <a:spLocks noGrp="1"/>
          </p:cNvSpPr>
          <p:nvPr>
            <p:ph type="subTitle" idx="8"/>
          </p:nvPr>
        </p:nvSpPr>
        <p:spPr>
          <a:xfrm>
            <a:off x="1969375" y="2529302"/>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93" name="Google Shape;193;p13"/>
          <p:cNvSpPr txBox="1">
            <a:spLocks noGrp="1"/>
          </p:cNvSpPr>
          <p:nvPr>
            <p:ph type="subTitle" idx="9"/>
          </p:nvPr>
        </p:nvSpPr>
        <p:spPr>
          <a:xfrm>
            <a:off x="1969375" y="354952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94" name="Google Shape;194;p13"/>
          <p:cNvSpPr txBox="1">
            <a:spLocks noGrp="1"/>
          </p:cNvSpPr>
          <p:nvPr>
            <p:ph type="subTitle" idx="13"/>
          </p:nvPr>
        </p:nvSpPr>
        <p:spPr>
          <a:xfrm>
            <a:off x="5603825" y="150907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95" name="Google Shape;195;p13"/>
          <p:cNvSpPr txBox="1">
            <a:spLocks noGrp="1"/>
          </p:cNvSpPr>
          <p:nvPr>
            <p:ph type="subTitle" idx="14"/>
          </p:nvPr>
        </p:nvSpPr>
        <p:spPr>
          <a:xfrm>
            <a:off x="5603825" y="2529302"/>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196" name="Google Shape;196;p13"/>
          <p:cNvSpPr txBox="1">
            <a:spLocks noGrp="1"/>
          </p:cNvSpPr>
          <p:nvPr>
            <p:ph type="subTitle" idx="15"/>
          </p:nvPr>
        </p:nvSpPr>
        <p:spPr>
          <a:xfrm>
            <a:off x="5603825" y="354952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197"/>
        <p:cNvGrpSpPr/>
        <p:nvPr/>
      </p:nvGrpSpPr>
      <p:grpSpPr>
        <a:xfrm>
          <a:off x="0" y="0"/>
          <a:ext cx="0" cy="0"/>
          <a:chOff x="0" y="0"/>
          <a:chExt cx="0" cy="0"/>
        </a:xfrm>
      </p:grpSpPr>
      <p:sp>
        <p:nvSpPr>
          <p:cNvPr id="198" name="Google Shape;198;p14"/>
          <p:cNvSpPr txBox="1">
            <a:spLocks noGrp="1"/>
          </p:cNvSpPr>
          <p:nvPr>
            <p:ph type="title"/>
          </p:nvPr>
        </p:nvSpPr>
        <p:spPr>
          <a:xfrm>
            <a:off x="879300" y="1535025"/>
            <a:ext cx="3233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9" name="Google Shape;199;p14"/>
          <p:cNvSpPr txBox="1">
            <a:spLocks noGrp="1"/>
          </p:cNvSpPr>
          <p:nvPr>
            <p:ph type="subTitle" idx="1"/>
          </p:nvPr>
        </p:nvSpPr>
        <p:spPr>
          <a:xfrm>
            <a:off x="879300" y="2163375"/>
            <a:ext cx="3580500" cy="144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0" name="Google Shape;200;p14"/>
          <p:cNvSpPr>
            <a:spLocks noGrp="1"/>
          </p:cNvSpPr>
          <p:nvPr>
            <p:ph type="pic" idx="2"/>
          </p:nvPr>
        </p:nvSpPr>
        <p:spPr>
          <a:xfrm>
            <a:off x="5416525" y="535000"/>
            <a:ext cx="2883300" cy="4073400"/>
          </a:xfrm>
          <a:prstGeom prst="roundRect">
            <a:avLst>
              <a:gd name="adj" fmla="val 9739"/>
            </a:avLst>
          </a:prstGeom>
          <a:noFill/>
          <a:ln w="19050" cap="flat" cmpd="sng">
            <a:solidFill>
              <a:schemeClr val="accent4"/>
            </a:solidFill>
            <a:prstDash val="solid"/>
            <a:round/>
            <a:headEnd type="none" w="sm" len="sm"/>
            <a:tailEnd type="none" w="sm" len="sm"/>
          </a:ln>
        </p:spPr>
        <p:txBody>
          <a:bodyPr/>
          <a:lstStyle/>
          <a:p>
            <a:endParaRPr lang="en-CA"/>
          </a:p>
        </p:txBody>
      </p:sp>
      <p:sp>
        <p:nvSpPr>
          <p:cNvPr id="201" name="Google Shape;201;p14"/>
          <p:cNvSpPr>
            <a:spLocks noGrp="1"/>
          </p:cNvSpPr>
          <p:nvPr>
            <p:ph type="pic" idx="3"/>
          </p:nvPr>
        </p:nvSpPr>
        <p:spPr>
          <a:xfrm>
            <a:off x="874400" y="2662775"/>
            <a:ext cx="4325100" cy="1945800"/>
          </a:xfrm>
          <a:prstGeom prst="roundRect">
            <a:avLst>
              <a:gd name="adj" fmla="val 10814"/>
            </a:avLst>
          </a:prstGeom>
          <a:noFill/>
          <a:ln w="19050" cap="flat" cmpd="sng">
            <a:solidFill>
              <a:schemeClr val="accent4"/>
            </a:solidFill>
            <a:prstDash val="solid"/>
            <a:round/>
            <a:headEnd type="none" w="sm" len="sm"/>
            <a:tailEnd type="none" w="sm" len="sm"/>
          </a:ln>
        </p:spPr>
        <p:txBody>
          <a:bodyPr/>
          <a:lstStyle/>
          <a:p>
            <a:endParaRPr lang="en-CA"/>
          </a:p>
        </p:txBody>
      </p:sp>
      <p:sp>
        <p:nvSpPr>
          <p:cNvPr id="202" name="Google Shape;202;p14"/>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2">
  <p:cSld name="TITLE_AND_BODY_1_1">
    <p:spTree>
      <p:nvGrpSpPr>
        <p:cNvPr id="1" name="Shape 212"/>
        <p:cNvGrpSpPr/>
        <p:nvPr/>
      </p:nvGrpSpPr>
      <p:grpSpPr>
        <a:xfrm>
          <a:off x="0" y="0"/>
          <a:ext cx="0" cy="0"/>
          <a:chOff x="0" y="0"/>
          <a:chExt cx="0" cy="0"/>
        </a:xfrm>
      </p:grpSpPr>
      <p:sp>
        <p:nvSpPr>
          <p:cNvPr id="213" name="Google Shape;213;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4" name="Google Shape;214;p16"/>
          <p:cNvSpPr txBox="1">
            <a:spLocks noGrp="1"/>
          </p:cNvSpPr>
          <p:nvPr>
            <p:ph type="body" idx="1"/>
          </p:nvPr>
        </p:nvSpPr>
        <p:spPr>
          <a:xfrm>
            <a:off x="720000" y="902775"/>
            <a:ext cx="7704000" cy="3705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4"/>
              </a:buClr>
              <a:buSzPts val="1400"/>
              <a:buChar char="●"/>
              <a:defRPr/>
            </a:lvl1pPr>
            <a:lvl2pPr marL="914400" lvl="1" indent="-304800" rtl="0">
              <a:lnSpc>
                <a:spcPct val="115000"/>
              </a:lnSpc>
              <a:spcBef>
                <a:spcPts val="0"/>
              </a:spcBef>
              <a:spcAft>
                <a:spcPts val="0"/>
              </a:spcAft>
              <a:buSzPts val="1200"/>
              <a:buChar char="○"/>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
        <p:nvSpPr>
          <p:cNvPr id="215" name="Google Shape;215;p16"/>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 name="Google Shape;216;p16"/>
          <p:cNvGrpSpPr/>
          <p:nvPr/>
        </p:nvGrpSpPr>
        <p:grpSpPr>
          <a:xfrm>
            <a:off x="-120925" y="-82550"/>
            <a:ext cx="9855902" cy="5438963"/>
            <a:chOff x="-120925" y="-82550"/>
            <a:chExt cx="9855902" cy="5438963"/>
          </a:xfrm>
        </p:grpSpPr>
        <p:sp>
          <p:nvSpPr>
            <p:cNvPr id="217" name="Google Shape;217;p16"/>
            <p:cNvSpPr/>
            <p:nvPr/>
          </p:nvSpPr>
          <p:spPr>
            <a:xfrm rot="-5400000" flipH="1">
              <a:off x="8339580" y="3961016"/>
              <a:ext cx="1187358" cy="1603436"/>
            </a:xfrm>
            <a:custGeom>
              <a:avLst/>
              <a:gdLst/>
              <a:ahLst/>
              <a:cxnLst/>
              <a:rect l="l" t="t" r="r" b="b"/>
              <a:pathLst>
                <a:path w="42834" h="57844" extrusionOk="0">
                  <a:moveTo>
                    <a:pt x="15798" y="0"/>
                  </a:moveTo>
                  <a:cubicBezTo>
                    <a:pt x="14278" y="0"/>
                    <a:pt x="12929" y="621"/>
                    <a:pt x="11918" y="1633"/>
                  </a:cubicBezTo>
                  <a:cubicBezTo>
                    <a:pt x="10906" y="2586"/>
                    <a:pt x="10290" y="3994"/>
                    <a:pt x="10290" y="5509"/>
                  </a:cubicBezTo>
                  <a:lnTo>
                    <a:pt x="10290" y="6296"/>
                  </a:lnTo>
                  <a:cubicBezTo>
                    <a:pt x="10290" y="7645"/>
                    <a:pt x="9782" y="8828"/>
                    <a:pt x="8882" y="9727"/>
                  </a:cubicBezTo>
                  <a:cubicBezTo>
                    <a:pt x="8041" y="10568"/>
                    <a:pt x="6859" y="11130"/>
                    <a:pt x="5510" y="11130"/>
                  </a:cubicBezTo>
                  <a:cubicBezTo>
                    <a:pt x="3994" y="11130"/>
                    <a:pt x="2645" y="11751"/>
                    <a:pt x="1633" y="12704"/>
                  </a:cubicBezTo>
                  <a:cubicBezTo>
                    <a:pt x="621" y="13716"/>
                    <a:pt x="1" y="15065"/>
                    <a:pt x="1" y="16585"/>
                  </a:cubicBezTo>
                  <a:lnTo>
                    <a:pt x="1" y="57844"/>
                  </a:lnTo>
                  <a:lnTo>
                    <a:pt x="734" y="57844"/>
                  </a:lnTo>
                  <a:lnTo>
                    <a:pt x="734" y="16585"/>
                  </a:lnTo>
                  <a:cubicBezTo>
                    <a:pt x="734" y="15290"/>
                    <a:pt x="1238" y="14111"/>
                    <a:pt x="2137" y="13212"/>
                  </a:cubicBezTo>
                  <a:cubicBezTo>
                    <a:pt x="2982" y="12367"/>
                    <a:pt x="4219" y="11805"/>
                    <a:pt x="5510" y="11805"/>
                  </a:cubicBezTo>
                  <a:cubicBezTo>
                    <a:pt x="7030" y="11805"/>
                    <a:pt x="8433" y="11189"/>
                    <a:pt x="9390" y="10231"/>
                  </a:cubicBezTo>
                  <a:cubicBezTo>
                    <a:pt x="10402" y="9219"/>
                    <a:pt x="11018" y="7816"/>
                    <a:pt x="11018" y="6296"/>
                  </a:cubicBezTo>
                  <a:lnTo>
                    <a:pt x="11018" y="5509"/>
                  </a:lnTo>
                  <a:cubicBezTo>
                    <a:pt x="11018" y="4160"/>
                    <a:pt x="11526" y="2982"/>
                    <a:pt x="12426" y="2136"/>
                  </a:cubicBezTo>
                  <a:cubicBezTo>
                    <a:pt x="13267" y="1237"/>
                    <a:pt x="14449" y="733"/>
                    <a:pt x="15798" y="733"/>
                  </a:cubicBezTo>
                  <a:lnTo>
                    <a:pt x="37383" y="733"/>
                  </a:lnTo>
                  <a:cubicBezTo>
                    <a:pt x="38674" y="733"/>
                    <a:pt x="39911" y="1237"/>
                    <a:pt x="40756" y="2136"/>
                  </a:cubicBezTo>
                  <a:cubicBezTo>
                    <a:pt x="41597" y="2982"/>
                    <a:pt x="42159" y="4160"/>
                    <a:pt x="42159" y="5509"/>
                  </a:cubicBezTo>
                  <a:lnTo>
                    <a:pt x="42159" y="57844"/>
                  </a:lnTo>
                  <a:lnTo>
                    <a:pt x="42834" y="57844"/>
                  </a:lnTo>
                  <a:lnTo>
                    <a:pt x="42834" y="5509"/>
                  </a:lnTo>
                  <a:cubicBezTo>
                    <a:pt x="42834" y="3994"/>
                    <a:pt x="42272" y="2586"/>
                    <a:pt x="41260" y="1633"/>
                  </a:cubicBezTo>
                  <a:cubicBezTo>
                    <a:pt x="40248" y="621"/>
                    <a:pt x="38899" y="0"/>
                    <a:pt x="373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p:cNvSpPr/>
            <p:nvPr/>
          </p:nvSpPr>
          <p:spPr>
            <a:xfrm rot="10800000" flipH="1">
              <a:off x="-120925" y="-82550"/>
              <a:ext cx="773975" cy="1786175"/>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6"/>
          <p:cNvGrpSpPr/>
          <p:nvPr/>
        </p:nvGrpSpPr>
        <p:grpSpPr>
          <a:xfrm>
            <a:off x="121898" y="4694795"/>
            <a:ext cx="492819" cy="365970"/>
            <a:chOff x="8289750" y="4423345"/>
            <a:chExt cx="715059" cy="531008"/>
          </a:xfrm>
        </p:grpSpPr>
        <p:sp>
          <p:nvSpPr>
            <p:cNvPr id="220" name="Google Shape;220;p16"/>
            <p:cNvSpPr/>
            <p:nvPr/>
          </p:nvSpPr>
          <p:spPr>
            <a:xfrm>
              <a:off x="8449263" y="4423345"/>
              <a:ext cx="555527" cy="529619"/>
            </a:xfrm>
            <a:custGeom>
              <a:avLst/>
              <a:gdLst/>
              <a:ahLst/>
              <a:cxnLst/>
              <a:rect l="l" t="t" r="r" b="b"/>
              <a:pathLst>
                <a:path w="52040" h="49613" extrusionOk="0">
                  <a:moveTo>
                    <a:pt x="13666" y="1"/>
                  </a:moveTo>
                  <a:cubicBezTo>
                    <a:pt x="10473" y="1"/>
                    <a:pt x="7280" y="1211"/>
                    <a:pt x="4854" y="3638"/>
                  </a:cubicBezTo>
                  <a:cubicBezTo>
                    <a:pt x="1" y="8491"/>
                    <a:pt x="1" y="16409"/>
                    <a:pt x="4854" y="21262"/>
                  </a:cubicBezTo>
                  <a:lnTo>
                    <a:pt x="7919" y="24265"/>
                  </a:lnTo>
                  <a:lnTo>
                    <a:pt x="17047" y="33460"/>
                  </a:lnTo>
                  <a:lnTo>
                    <a:pt x="23499" y="39907"/>
                  </a:lnTo>
                  <a:lnTo>
                    <a:pt x="27203" y="43549"/>
                  </a:lnTo>
                  <a:lnTo>
                    <a:pt x="29563" y="45976"/>
                  </a:lnTo>
                  <a:cubicBezTo>
                    <a:pt x="31989" y="48402"/>
                    <a:pt x="35182" y="49613"/>
                    <a:pt x="38375" y="49613"/>
                  </a:cubicBezTo>
                  <a:cubicBezTo>
                    <a:pt x="41567" y="49613"/>
                    <a:pt x="44760" y="48402"/>
                    <a:pt x="47187" y="45976"/>
                  </a:cubicBezTo>
                  <a:cubicBezTo>
                    <a:pt x="52040" y="41123"/>
                    <a:pt x="52040" y="33205"/>
                    <a:pt x="47187" y="28352"/>
                  </a:cubicBezTo>
                  <a:lnTo>
                    <a:pt x="34865" y="16092"/>
                  </a:lnTo>
                  <a:lnTo>
                    <a:pt x="22478" y="3638"/>
                  </a:lnTo>
                  <a:cubicBezTo>
                    <a:pt x="20051" y="1211"/>
                    <a:pt x="16858" y="1"/>
                    <a:pt x="136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6"/>
            <p:cNvSpPr/>
            <p:nvPr/>
          </p:nvSpPr>
          <p:spPr>
            <a:xfrm>
              <a:off x="8631259" y="4595145"/>
              <a:ext cx="373550" cy="357837"/>
            </a:xfrm>
            <a:custGeom>
              <a:avLst/>
              <a:gdLst/>
              <a:ahLst/>
              <a:cxnLst/>
              <a:rect l="l" t="t" r="r" b="b"/>
              <a:pathLst>
                <a:path w="34993" h="33521" extrusionOk="0">
                  <a:moveTo>
                    <a:pt x="17818" y="0"/>
                  </a:moveTo>
                  <a:lnTo>
                    <a:pt x="3387" y="14237"/>
                  </a:lnTo>
                  <a:lnTo>
                    <a:pt x="0" y="17368"/>
                  </a:lnTo>
                  <a:lnTo>
                    <a:pt x="6452" y="23815"/>
                  </a:lnTo>
                  <a:lnTo>
                    <a:pt x="10156" y="27457"/>
                  </a:lnTo>
                  <a:lnTo>
                    <a:pt x="12516" y="29884"/>
                  </a:lnTo>
                  <a:cubicBezTo>
                    <a:pt x="14942" y="32310"/>
                    <a:pt x="18135" y="33521"/>
                    <a:pt x="21328" y="33521"/>
                  </a:cubicBezTo>
                  <a:cubicBezTo>
                    <a:pt x="24520" y="33521"/>
                    <a:pt x="27713" y="32310"/>
                    <a:pt x="30140" y="29884"/>
                  </a:cubicBezTo>
                  <a:cubicBezTo>
                    <a:pt x="34993" y="25031"/>
                    <a:pt x="34993" y="17113"/>
                    <a:pt x="30140" y="12260"/>
                  </a:cubicBezTo>
                  <a:lnTo>
                    <a:pt x="1781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6"/>
            <p:cNvSpPr/>
            <p:nvPr/>
          </p:nvSpPr>
          <p:spPr>
            <a:xfrm>
              <a:off x="8289750" y="4628519"/>
              <a:ext cx="325833" cy="325833"/>
            </a:xfrm>
            <a:custGeom>
              <a:avLst/>
              <a:gdLst/>
              <a:ahLst/>
              <a:cxnLst/>
              <a:rect l="l" t="t" r="r" b="b"/>
              <a:pathLst>
                <a:path w="30523" h="30523" extrusionOk="0">
                  <a:moveTo>
                    <a:pt x="14942" y="0"/>
                  </a:moveTo>
                  <a:cubicBezTo>
                    <a:pt x="6641" y="194"/>
                    <a:pt x="0" y="6963"/>
                    <a:pt x="0" y="15264"/>
                  </a:cubicBezTo>
                  <a:cubicBezTo>
                    <a:pt x="0" y="23693"/>
                    <a:pt x="6830" y="30523"/>
                    <a:pt x="15259" y="30523"/>
                  </a:cubicBezTo>
                  <a:cubicBezTo>
                    <a:pt x="23560" y="30523"/>
                    <a:pt x="30328" y="23882"/>
                    <a:pt x="30522" y="15581"/>
                  </a:cubicBezTo>
                  <a:lnTo>
                    <a:pt x="30522" y="15264"/>
                  </a:lnTo>
                  <a:cubicBezTo>
                    <a:pt x="30522" y="6835"/>
                    <a:pt x="23687" y="0"/>
                    <a:pt x="152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6"/>
            <p:cNvSpPr/>
            <p:nvPr/>
          </p:nvSpPr>
          <p:spPr>
            <a:xfrm>
              <a:off x="8370184" y="4708964"/>
              <a:ext cx="164971" cy="164961"/>
            </a:xfrm>
            <a:custGeom>
              <a:avLst/>
              <a:gdLst/>
              <a:ahLst/>
              <a:cxnLst/>
              <a:rect l="l" t="t" r="r" b="b"/>
              <a:pathLst>
                <a:path w="15454" h="15453" extrusionOk="0">
                  <a:moveTo>
                    <a:pt x="7725" y="0"/>
                  </a:moveTo>
                  <a:cubicBezTo>
                    <a:pt x="6514" y="0"/>
                    <a:pt x="5554" y="960"/>
                    <a:pt x="5554" y="2171"/>
                  </a:cubicBezTo>
                  <a:lnTo>
                    <a:pt x="5554" y="5558"/>
                  </a:lnTo>
                  <a:lnTo>
                    <a:pt x="2105" y="5558"/>
                  </a:lnTo>
                  <a:cubicBezTo>
                    <a:pt x="956" y="5558"/>
                    <a:pt x="1" y="6513"/>
                    <a:pt x="1" y="7729"/>
                  </a:cubicBezTo>
                  <a:cubicBezTo>
                    <a:pt x="1" y="8940"/>
                    <a:pt x="956" y="9900"/>
                    <a:pt x="2105" y="9900"/>
                  </a:cubicBezTo>
                  <a:lnTo>
                    <a:pt x="5554" y="9900"/>
                  </a:lnTo>
                  <a:lnTo>
                    <a:pt x="5554" y="13348"/>
                  </a:lnTo>
                  <a:cubicBezTo>
                    <a:pt x="5554" y="14498"/>
                    <a:pt x="6514" y="15453"/>
                    <a:pt x="7725" y="15453"/>
                  </a:cubicBezTo>
                  <a:cubicBezTo>
                    <a:pt x="8940" y="15453"/>
                    <a:pt x="9896" y="14498"/>
                    <a:pt x="9896" y="13348"/>
                  </a:cubicBezTo>
                  <a:lnTo>
                    <a:pt x="9896" y="9900"/>
                  </a:lnTo>
                  <a:lnTo>
                    <a:pt x="13344" y="9900"/>
                  </a:lnTo>
                  <a:cubicBezTo>
                    <a:pt x="13921" y="9900"/>
                    <a:pt x="14432" y="9645"/>
                    <a:pt x="14815" y="9261"/>
                  </a:cubicBezTo>
                  <a:cubicBezTo>
                    <a:pt x="15259" y="8878"/>
                    <a:pt x="15454" y="8301"/>
                    <a:pt x="15454" y="7729"/>
                  </a:cubicBezTo>
                  <a:cubicBezTo>
                    <a:pt x="15454" y="6513"/>
                    <a:pt x="14493" y="5558"/>
                    <a:pt x="13344" y="5558"/>
                  </a:cubicBezTo>
                  <a:lnTo>
                    <a:pt x="9896" y="5558"/>
                  </a:lnTo>
                  <a:lnTo>
                    <a:pt x="9896" y="2171"/>
                  </a:lnTo>
                  <a:cubicBezTo>
                    <a:pt x="9896" y="1533"/>
                    <a:pt x="9640" y="1022"/>
                    <a:pt x="9257" y="639"/>
                  </a:cubicBezTo>
                  <a:cubicBezTo>
                    <a:pt x="8874" y="256"/>
                    <a:pt x="8302" y="0"/>
                    <a:pt x="77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4" name="Google Shape;224;p16"/>
          <p:cNvSpPr/>
          <p:nvPr/>
        </p:nvSpPr>
        <p:spPr>
          <a:xfrm>
            <a:off x="8608951" y="4322275"/>
            <a:ext cx="84919" cy="84919"/>
          </a:xfrm>
          <a:custGeom>
            <a:avLst/>
            <a:gdLst/>
            <a:ahLst/>
            <a:cxnLst/>
            <a:rect l="l" t="t" r="r" b="b"/>
            <a:pathLst>
              <a:path w="6409" h="6409" extrusionOk="0">
                <a:moveTo>
                  <a:pt x="3206" y="1"/>
                </a:moveTo>
                <a:cubicBezTo>
                  <a:pt x="1462" y="1"/>
                  <a:pt x="0" y="1462"/>
                  <a:pt x="0" y="3203"/>
                </a:cubicBezTo>
                <a:cubicBezTo>
                  <a:pt x="0" y="4947"/>
                  <a:pt x="1462" y="6409"/>
                  <a:pt x="3206" y="6409"/>
                </a:cubicBezTo>
                <a:cubicBezTo>
                  <a:pt x="4947" y="6409"/>
                  <a:pt x="6408" y="4947"/>
                  <a:pt x="6408" y="3203"/>
                </a:cubicBezTo>
                <a:cubicBezTo>
                  <a:pt x="6408" y="1462"/>
                  <a:pt x="4947" y="1"/>
                  <a:pt x="32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1">
  <p:cSld name="CUSTOM_6">
    <p:spTree>
      <p:nvGrpSpPr>
        <p:cNvPr id="1" name="Shape 311"/>
        <p:cNvGrpSpPr/>
        <p:nvPr/>
      </p:nvGrpSpPr>
      <p:grpSpPr>
        <a:xfrm>
          <a:off x="0" y="0"/>
          <a:ext cx="0" cy="0"/>
          <a:chOff x="0" y="0"/>
          <a:chExt cx="0" cy="0"/>
        </a:xfrm>
      </p:grpSpPr>
      <p:sp>
        <p:nvSpPr>
          <p:cNvPr id="312" name="Google Shape;312;p21"/>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 name="Google Shape;313;p21"/>
          <p:cNvGrpSpPr/>
          <p:nvPr/>
        </p:nvGrpSpPr>
        <p:grpSpPr>
          <a:xfrm>
            <a:off x="8149263" y="-12"/>
            <a:ext cx="806562" cy="922312"/>
            <a:chOff x="8149263" y="-12"/>
            <a:chExt cx="806562" cy="922312"/>
          </a:xfrm>
        </p:grpSpPr>
        <p:sp>
          <p:nvSpPr>
            <p:cNvPr id="314" name="Google Shape;314;p21"/>
            <p:cNvSpPr/>
            <p:nvPr/>
          </p:nvSpPr>
          <p:spPr>
            <a:xfrm flipH="1">
              <a:off x="8149263" y="-12"/>
              <a:ext cx="765075" cy="874850"/>
            </a:xfrm>
            <a:custGeom>
              <a:avLst/>
              <a:gdLst/>
              <a:ahLst/>
              <a:cxnLst/>
              <a:rect l="l" t="t" r="r" b="b"/>
              <a:pathLst>
                <a:path w="30603" h="34994" extrusionOk="0">
                  <a:moveTo>
                    <a:pt x="29783" y="1"/>
                  </a:moveTo>
                  <a:lnTo>
                    <a:pt x="29783" y="11236"/>
                  </a:lnTo>
                  <a:cubicBezTo>
                    <a:pt x="29783" y="13872"/>
                    <a:pt x="27559" y="16095"/>
                    <a:pt x="24868" y="16095"/>
                  </a:cubicBezTo>
                  <a:lnTo>
                    <a:pt x="5674" y="16095"/>
                  </a:lnTo>
                  <a:cubicBezTo>
                    <a:pt x="2514" y="16095"/>
                    <a:pt x="0" y="18670"/>
                    <a:pt x="0" y="21769"/>
                  </a:cubicBezTo>
                  <a:lnTo>
                    <a:pt x="0" y="34994"/>
                  </a:lnTo>
                  <a:lnTo>
                    <a:pt x="820" y="34994"/>
                  </a:lnTo>
                  <a:lnTo>
                    <a:pt x="820" y="21769"/>
                  </a:lnTo>
                  <a:cubicBezTo>
                    <a:pt x="820" y="19077"/>
                    <a:pt x="2982" y="16915"/>
                    <a:pt x="5674" y="16915"/>
                  </a:cubicBezTo>
                  <a:lnTo>
                    <a:pt x="24868" y="16915"/>
                  </a:lnTo>
                  <a:cubicBezTo>
                    <a:pt x="28028" y="16915"/>
                    <a:pt x="30602" y="14340"/>
                    <a:pt x="30602" y="11236"/>
                  </a:cubicBezTo>
                  <a:lnTo>
                    <a:pt x="306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1"/>
            <p:cNvSpPr/>
            <p:nvPr/>
          </p:nvSpPr>
          <p:spPr>
            <a:xfrm rot="-5400000" flipH="1">
              <a:off x="8856050" y="822525"/>
              <a:ext cx="99774" cy="99774"/>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21"/>
          <p:cNvGrpSpPr/>
          <p:nvPr/>
        </p:nvGrpSpPr>
        <p:grpSpPr>
          <a:xfrm>
            <a:off x="-516798" y="3197324"/>
            <a:ext cx="1105091" cy="1000219"/>
            <a:chOff x="-516798" y="3197324"/>
            <a:chExt cx="1105091" cy="1000219"/>
          </a:xfrm>
        </p:grpSpPr>
        <p:sp>
          <p:nvSpPr>
            <p:cNvPr id="317" name="Google Shape;317;p21"/>
            <p:cNvSpPr/>
            <p:nvPr/>
          </p:nvSpPr>
          <p:spPr>
            <a:xfrm flipH="1">
              <a:off x="-516798" y="3793250"/>
              <a:ext cx="1053631" cy="404293"/>
            </a:xfrm>
            <a:custGeom>
              <a:avLst/>
              <a:gdLst/>
              <a:ahLst/>
              <a:cxnLst/>
              <a:rect l="l" t="t" r="r" b="b"/>
              <a:pathLst>
                <a:path w="58739" h="22539" extrusionOk="0">
                  <a:moveTo>
                    <a:pt x="14840" y="1"/>
                  </a:moveTo>
                  <a:lnTo>
                    <a:pt x="14840" y="5676"/>
                  </a:lnTo>
                  <a:cubicBezTo>
                    <a:pt x="14840" y="8261"/>
                    <a:pt x="12758" y="10343"/>
                    <a:pt x="10172" y="10343"/>
                  </a:cubicBezTo>
                  <a:lnTo>
                    <a:pt x="6125" y="10343"/>
                  </a:lnTo>
                  <a:cubicBezTo>
                    <a:pt x="2752" y="10343"/>
                    <a:pt x="0" y="13095"/>
                    <a:pt x="0" y="16468"/>
                  </a:cubicBezTo>
                  <a:cubicBezTo>
                    <a:pt x="0" y="19787"/>
                    <a:pt x="2752" y="22539"/>
                    <a:pt x="6125" y="22539"/>
                  </a:cubicBezTo>
                  <a:lnTo>
                    <a:pt x="58738" y="22539"/>
                  </a:lnTo>
                  <a:lnTo>
                    <a:pt x="58738" y="21136"/>
                  </a:lnTo>
                  <a:lnTo>
                    <a:pt x="6125" y="21136"/>
                  </a:lnTo>
                  <a:cubicBezTo>
                    <a:pt x="3539" y="21136"/>
                    <a:pt x="1403" y="19000"/>
                    <a:pt x="1403" y="16468"/>
                  </a:cubicBezTo>
                  <a:cubicBezTo>
                    <a:pt x="1403" y="13882"/>
                    <a:pt x="3539" y="11746"/>
                    <a:pt x="6125" y="11746"/>
                  </a:cubicBezTo>
                  <a:lnTo>
                    <a:pt x="10172" y="11746"/>
                  </a:lnTo>
                  <a:cubicBezTo>
                    <a:pt x="13545" y="11746"/>
                    <a:pt x="16243" y="9048"/>
                    <a:pt x="16243" y="5676"/>
                  </a:cubicBezTo>
                  <a:lnTo>
                    <a:pt x="162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1"/>
            <p:cNvSpPr/>
            <p:nvPr/>
          </p:nvSpPr>
          <p:spPr>
            <a:xfrm flipH="1">
              <a:off x="206099" y="3296140"/>
              <a:ext cx="382194" cy="443666"/>
            </a:xfrm>
            <a:custGeom>
              <a:avLst/>
              <a:gdLst/>
              <a:ahLst/>
              <a:cxnLst/>
              <a:rect l="l" t="t" r="r" b="b"/>
              <a:pathLst>
                <a:path w="21307" h="24734" extrusionOk="0">
                  <a:moveTo>
                    <a:pt x="0" y="0"/>
                  </a:moveTo>
                  <a:lnTo>
                    <a:pt x="0" y="18662"/>
                  </a:lnTo>
                  <a:cubicBezTo>
                    <a:pt x="0" y="22035"/>
                    <a:pt x="2698" y="24733"/>
                    <a:pt x="6071" y="24733"/>
                  </a:cubicBezTo>
                  <a:lnTo>
                    <a:pt x="15235" y="24733"/>
                  </a:lnTo>
                  <a:cubicBezTo>
                    <a:pt x="18550" y="24733"/>
                    <a:pt x="21306" y="22035"/>
                    <a:pt x="21306" y="18662"/>
                  </a:cubicBezTo>
                  <a:lnTo>
                    <a:pt x="213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1"/>
            <p:cNvSpPr/>
            <p:nvPr/>
          </p:nvSpPr>
          <p:spPr>
            <a:xfrm flipH="1">
              <a:off x="206099" y="3508929"/>
              <a:ext cx="382194" cy="230874"/>
            </a:xfrm>
            <a:custGeom>
              <a:avLst/>
              <a:gdLst/>
              <a:ahLst/>
              <a:cxnLst/>
              <a:rect l="l" t="t" r="r" b="b"/>
              <a:pathLst>
                <a:path w="21307" h="12871" extrusionOk="0">
                  <a:moveTo>
                    <a:pt x="0" y="0"/>
                  </a:moveTo>
                  <a:lnTo>
                    <a:pt x="0" y="6799"/>
                  </a:lnTo>
                  <a:cubicBezTo>
                    <a:pt x="0" y="10172"/>
                    <a:pt x="2698" y="12870"/>
                    <a:pt x="6071" y="12870"/>
                  </a:cubicBezTo>
                  <a:lnTo>
                    <a:pt x="15235" y="12870"/>
                  </a:lnTo>
                  <a:cubicBezTo>
                    <a:pt x="18550" y="12870"/>
                    <a:pt x="21306" y="10172"/>
                    <a:pt x="21306" y="6799"/>
                  </a:cubicBezTo>
                  <a:lnTo>
                    <a:pt x="2130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1"/>
            <p:cNvSpPr/>
            <p:nvPr/>
          </p:nvSpPr>
          <p:spPr>
            <a:xfrm flipH="1">
              <a:off x="424936" y="3197324"/>
              <a:ext cx="163357" cy="160379"/>
            </a:xfrm>
            <a:custGeom>
              <a:avLst/>
              <a:gdLst/>
              <a:ahLst/>
              <a:cxnLst/>
              <a:rect l="l" t="t" r="r" b="b"/>
              <a:pathLst>
                <a:path w="9107" h="8941" extrusionOk="0">
                  <a:moveTo>
                    <a:pt x="5059" y="2137"/>
                  </a:moveTo>
                  <a:cubicBezTo>
                    <a:pt x="6129" y="2137"/>
                    <a:pt x="7029" y="2982"/>
                    <a:pt x="7029" y="4106"/>
                  </a:cubicBezTo>
                  <a:lnTo>
                    <a:pt x="7029" y="6858"/>
                  </a:lnTo>
                  <a:lnTo>
                    <a:pt x="2082" y="6858"/>
                  </a:lnTo>
                  <a:lnTo>
                    <a:pt x="2082" y="4106"/>
                  </a:lnTo>
                  <a:cubicBezTo>
                    <a:pt x="2082" y="2982"/>
                    <a:pt x="2981" y="2137"/>
                    <a:pt x="4047" y="2137"/>
                  </a:cubicBezTo>
                  <a:close/>
                  <a:moveTo>
                    <a:pt x="4047" y="1"/>
                  </a:moveTo>
                  <a:cubicBezTo>
                    <a:pt x="1857" y="1"/>
                    <a:pt x="0" y="1858"/>
                    <a:pt x="0" y="4106"/>
                  </a:cubicBezTo>
                  <a:lnTo>
                    <a:pt x="0" y="8940"/>
                  </a:lnTo>
                  <a:lnTo>
                    <a:pt x="9106" y="8940"/>
                  </a:lnTo>
                  <a:lnTo>
                    <a:pt x="9106" y="4106"/>
                  </a:lnTo>
                  <a:cubicBezTo>
                    <a:pt x="9106" y="1858"/>
                    <a:pt x="7254" y="1"/>
                    <a:pt x="5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1"/>
            <p:cNvSpPr/>
            <p:nvPr/>
          </p:nvSpPr>
          <p:spPr>
            <a:xfrm flipH="1">
              <a:off x="204546" y="3407050"/>
              <a:ext cx="260342" cy="203698"/>
            </a:xfrm>
            <a:custGeom>
              <a:avLst/>
              <a:gdLst/>
              <a:ahLst/>
              <a:cxnLst/>
              <a:rect l="l" t="t" r="r" b="b"/>
              <a:pathLst>
                <a:path w="14279" h="11356" extrusionOk="0">
                  <a:moveTo>
                    <a:pt x="1" y="0"/>
                  </a:moveTo>
                  <a:lnTo>
                    <a:pt x="1" y="11355"/>
                  </a:lnTo>
                  <a:lnTo>
                    <a:pt x="14278" y="11355"/>
                  </a:lnTo>
                  <a:lnTo>
                    <a:pt x="142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1"/>
            <p:cNvSpPr/>
            <p:nvPr/>
          </p:nvSpPr>
          <p:spPr>
            <a:xfrm flipH="1">
              <a:off x="284764" y="3439315"/>
              <a:ext cx="99876" cy="139159"/>
            </a:xfrm>
            <a:custGeom>
              <a:avLst/>
              <a:gdLst/>
              <a:ahLst/>
              <a:cxnLst/>
              <a:rect l="l" t="t" r="r" b="b"/>
              <a:pathLst>
                <a:path w="5568" h="7758" extrusionOk="0">
                  <a:moveTo>
                    <a:pt x="2811" y="0"/>
                  </a:moveTo>
                  <a:cubicBezTo>
                    <a:pt x="2811" y="0"/>
                    <a:pt x="1" y="3431"/>
                    <a:pt x="1" y="4947"/>
                  </a:cubicBezTo>
                  <a:cubicBezTo>
                    <a:pt x="1" y="6467"/>
                    <a:pt x="1237" y="7757"/>
                    <a:pt x="2811" y="7757"/>
                  </a:cubicBezTo>
                  <a:cubicBezTo>
                    <a:pt x="4331" y="7757"/>
                    <a:pt x="5568" y="6467"/>
                    <a:pt x="5568" y="4947"/>
                  </a:cubicBezTo>
                  <a:cubicBezTo>
                    <a:pt x="5568" y="3431"/>
                    <a:pt x="2811" y="0"/>
                    <a:pt x="28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1"/>
            <p:cNvSpPr/>
            <p:nvPr/>
          </p:nvSpPr>
          <p:spPr>
            <a:xfrm flipH="1">
              <a:off x="206099" y="3296143"/>
              <a:ext cx="382194" cy="74823"/>
            </a:xfrm>
            <a:custGeom>
              <a:avLst/>
              <a:gdLst/>
              <a:ahLst/>
              <a:cxnLst/>
              <a:rect l="l" t="t" r="r" b="b"/>
              <a:pathLst>
                <a:path w="21307" h="2699" extrusionOk="0">
                  <a:moveTo>
                    <a:pt x="0" y="0"/>
                  </a:moveTo>
                  <a:lnTo>
                    <a:pt x="0" y="2698"/>
                  </a:lnTo>
                  <a:lnTo>
                    <a:pt x="21306" y="2698"/>
                  </a:lnTo>
                  <a:lnTo>
                    <a:pt x="2130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1"/>
            <p:cNvSpPr/>
            <p:nvPr/>
          </p:nvSpPr>
          <p:spPr>
            <a:xfrm flipH="1">
              <a:off x="206111" y="3610722"/>
              <a:ext cx="102872" cy="213761"/>
            </a:xfrm>
            <a:custGeom>
              <a:avLst/>
              <a:gdLst/>
              <a:ahLst/>
              <a:cxnLst/>
              <a:rect l="l" t="t" r="r" b="b"/>
              <a:pathLst>
                <a:path w="5735" h="11917" extrusionOk="0">
                  <a:moveTo>
                    <a:pt x="1" y="0"/>
                  </a:moveTo>
                  <a:lnTo>
                    <a:pt x="1" y="9052"/>
                  </a:lnTo>
                  <a:cubicBezTo>
                    <a:pt x="1" y="10626"/>
                    <a:pt x="1237" y="11917"/>
                    <a:pt x="2865" y="11917"/>
                  </a:cubicBezTo>
                  <a:cubicBezTo>
                    <a:pt x="4439" y="11917"/>
                    <a:pt x="5734" y="10626"/>
                    <a:pt x="5734" y="9052"/>
                  </a:cubicBezTo>
                  <a:lnTo>
                    <a:pt x="57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5" name="Google Shape;325;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6" name="Google Shape;326;p21"/>
          <p:cNvSpPr txBox="1">
            <a:spLocks noGrp="1"/>
          </p:cNvSpPr>
          <p:nvPr>
            <p:ph type="subTitle" idx="1"/>
          </p:nvPr>
        </p:nvSpPr>
        <p:spPr>
          <a:xfrm>
            <a:off x="1948968" y="1477764"/>
            <a:ext cx="5881800" cy="7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7" name="Google Shape;327;p21"/>
          <p:cNvSpPr txBox="1">
            <a:spLocks noGrp="1"/>
          </p:cNvSpPr>
          <p:nvPr>
            <p:ph type="subTitle" idx="2"/>
          </p:nvPr>
        </p:nvSpPr>
        <p:spPr>
          <a:xfrm>
            <a:off x="1948968" y="2687926"/>
            <a:ext cx="5881800" cy="7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8" name="Google Shape;328;p21"/>
          <p:cNvSpPr txBox="1">
            <a:spLocks noGrp="1"/>
          </p:cNvSpPr>
          <p:nvPr>
            <p:ph type="subTitle" idx="3"/>
          </p:nvPr>
        </p:nvSpPr>
        <p:spPr>
          <a:xfrm>
            <a:off x="1943850" y="3898100"/>
            <a:ext cx="5881800" cy="7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9" name="Google Shape;329;p21"/>
          <p:cNvSpPr txBox="1">
            <a:spLocks noGrp="1"/>
          </p:cNvSpPr>
          <p:nvPr>
            <p:ph type="subTitle" idx="4"/>
          </p:nvPr>
        </p:nvSpPr>
        <p:spPr>
          <a:xfrm>
            <a:off x="1948968" y="1187975"/>
            <a:ext cx="5881800" cy="366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330" name="Google Shape;330;p21"/>
          <p:cNvSpPr txBox="1">
            <a:spLocks noGrp="1"/>
          </p:cNvSpPr>
          <p:nvPr>
            <p:ph type="subTitle" idx="5"/>
          </p:nvPr>
        </p:nvSpPr>
        <p:spPr>
          <a:xfrm>
            <a:off x="1948968" y="2398126"/>
            <a:ext cx="5881800" cy="366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sp>
        <p:nvSpPr>
          <p:cNvPr id="331" name="Google Shape;331;p21"/>
          <p:cNvSpPr txBox="1">
            <a:spLocks noGrp="1"/>
          </p:cNvSpPr>
          <p:nvPr>
            <p:ph type="subTitle" idx="6"/>
          </p:nvPr>
        </p:nvSpPr>
        <p:spPr>
          <a:xfrm>
            <a:off x="1943850" y="3608300"/>
            <a:ext cx="5881800" cy="366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2pPr>
            <a:lvl3pPr lvl="2"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3pPr>
            <a:lvl4pPr lvl="3"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4pPr>
            <a:lvl5pPr lvl="4"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5pPr>
            <a:lvl6pPr lvl="5"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6pPr>
            <a:lvl7pPr lvl="6"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7pPr>
            <a:lvl8pPr lvl="7"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8pPr>
            <a:lvl9pPr lvl="8" algn="ctr" rtl="0">
              <a:lnSpc>
                <a:spcPct val="100000"/>
              </a:lnSpc>
              <a:spcBef>
                <a:spcPts val="0"/>
              </a:spcBef>
              <a:spcAft>
                <a:spcPts val="0"/>
              </a:spcAft>
              <a:buSzPts val="2400"/>
              <a:buFont typeface="Be Vietnam Pro"/>
              <a:buNone/>
              <a:defRPr sz="2400">
                <a:latin typeface="Be Vietnam Pro"/>
                <a:ea typeface="Be Vietnam Pro"/>
                <a:cs typeface="Be Vietnam Pro"/>
                <a:sym typeface="Be Vietnam Pro"/>
              </a:defRPr>
            </a:lvl9pPr>
          </a:lstStyle>
          <a:p>
            <a:endParaRPr/>
          </a:p>
        </p:txBody>
      </p:sp>
      <p:grpSp>
        <p:nvGrpSpPr>
          <p:cNvPr id="332" name="Google Shape;332;p21"/>
          <p:cNvGrpSpPr/>
          <p:nvPr/>
        </p:nvGrpSpPr>
        <p:grpSpPr>
          <a:xfrm>
            <a:off x="8671064" y="4439402"/>
            <a:ext cx="319694" cy="253931"/>
            <a:chOff x="8671064" y="4439402"/>
            <a:chExt cx="319694" cy="253931"/>
          </a:xfrm>
        </p:grpSpPr>
        <p:sp>
          <p:nvSpPr>
            <p:cNvPr id="333" name="Google Shape;333;p21"/>
            <p:cNvSpPr/>
            <p:nvPr/>
          </p:nvSpPr>
          <p:spPr>
            <a:xfrm>
              <a:off x="8821111" y="4523676"/>
              <a:ext cx="169647" cy="169657"/>
            </a:xfrm>
            <a:custGeom>
              <a:avLst/>
              <a:gdLst/>
              <a:ahLst/>
              <a:cxnLst/>
              <a:rect l="l" t="t" r="r" b="b"/>
              <a:pathLst>
                <a:path w="6518" h="6519" extrusionOk="0">
                  <a:moveTo>
                    <a:pt x="2726" y="1"/>
                  </a:moveTo>
                  <a:lnTo>
                    <a:pt x="2726" y="2726"/>
                  </a:lnTo>
                  <a:lnTo>
                    <a:pt x="0" y="2726"/>
                  </a:lnTo>
                  <a:lnTo>
                    <a:pt x="0" y="3793"/>
                  </a:lnTo>
                  <a:lnTo>
                    <a:pt x="2726" y="3793"/>
                  </a:lnTo>
                  <a:lnTo>
                    <a:pt x="2726" y="6518"/>
                  </a:lnTo>
                  <a:lnTo>
                    <a:pt x="3792" y="6518"/>
                  </a:lnTo>
                  <a:lnTo>
                    <a:pt x="3792" y="3793"/>
                  </a:lnTo>
                  <a:lnTo>
                    <a:pt x="6518" y="3793"/>
                  </a:lnTo>
                  <a:lnTo>
                    <a:pt x="6518" y="2726"/>
                  </a:lnTo>
                  <a:lnTo>
                    <a:pt x="3792" y="2726"/>
                  </a:lnTo>
                  <a:lnTo>
                    <a:pt x="37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1"/>
            <p:cNvSpPr/>
            <p:nvPr/>
          </p:nvSpPr>
          <p:spPr>
            <a:xfrm>
              <a:off x="8671064" y="4439402"/>
              <a:ext cx="82996" cy="84274"/>
            </a:xfrm>
            <a:custGeom>
              <a:avLst/>
              <a:gdLst/>
              <a:ahLst/>
              <a:cxnLst/>
              <a:rect l="l" t="t" r="r" b="b"/>
              <a:pathLst>
                <a:path w="3674" h="3731" extrusionOk="0">
                  <a:moveTo>
                    <a:pt x="1835" y="0"/>
                  </a:moveTo>
                  <a:cubicBezTo>
                    <a:pt x="830" y="0"/>
                    <a:pt x="0" y="830"/>
                    <a:pt x="0" y="1896"/>
                  </a:cubicBezTo>
                  <a:cubicBezTo>
                    <a:pt x="0" y="2901"/>
                    <a:pt x="830" y="3731"/>
                    <a:pt x="1835" y="3731"/>
                  </a:cubicBezTo>
                  <a:cubicBezTo>
                    <a:pt x="2844" y="3731"/>
                    <a:pt x="3674" y="2901"/>
                    <a:pt x="3674" y="1896"/>
                  </a:cubicBezTo>
                  <a:cubicBezTo>
                    <a:pt x="3674" y="830"/>
                    <a:pt x="2844" y="0"/>
                    <a:pt x="1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335"/>
        <p:cNvGrpSpPr/>
        <p:nvPr/>
      </p:nvGrpSpPr>
      <p:grpSpPr>
        <a:xfrm>
          <a:off x="0" y="0"/>
          <a:ext cx="0" cy="0"/>
          <a:chOff x="0" y="0"/>
          <a:chExt cx="0" cy="0"/>
        </a:xfrm>
      </p:grpSpPr>
      <p:sp>
        <p:nvSpPr>
          <p:cNvPr id="336" name="Google Shape;336;p22"/>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2"/>
          <p:cNvSpPr/>
          <p:nvPr/>
        </p:nvSpPr>
        <p:spPr>
          <a:xfrm>
            <a:off x="-113075" y="3505500"/>
            <a:ext cx="773975" cy="1786175"/>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 name="Google Shape;338;p22"/>
          <p:cNvGrpSpPr/>
          <p:nvPr/>
        </p:nvGrpSpPr>
        <p:grpSpPr>
          <a:xfrm>
            <a:off x="8475968" y="0"/>
            <a:ext cx="589357" cy="1442767"/>
            <a:chOff x="8475968" y="0"/>
            <a:chExt cx="589357" cy="1442767"/>
          </a:xfrm>
        </p:grpSpPr>
        <p:sp>
          <p:nvSpPr>
            <p:cNvPr id="339" name="Google Shape;339;p22"/>
            <p:cNvSpPr/>
            <p:nvPr/>
          </p:nvSpPr>
          <p:spPr>
            <a:xfrm flipH="1">
              <a:off x="8683673" y="769509"/>
              <a:ext cx="381652" cy="673258"/>
            </a:xfrm>
            <a:custGeom>
              <a:avLst/>
              <a:gdLst/>
              <a:ahLst/>
              <a:cxnLst/>
              <a:rect l="l" t="t" r="r" b="b"/>
              <a:pathLst>
                <a:path w="38845" h="68525" extrusionOk="0">
                  <a:moveTo>
                    <a:pt x="21023" y="1"/>
                  </a:moveTo>
                  <a:cubicBezTo>
                    <a:pt x="16302" y="1"/>
                    <a:pt x="11805" y="1971"/>
                    <a:pt x="8491" y="5172"/>
                  </a:cubicBezTo>
                  <a:cubicBezTo>
                    <a:pt x="7083" y="6580"/>
                    <a:pt x="5846" y="8208"/>
                    <a:pt x="4947" y="10065"/>
                  </a:cubicBezTo>
                  <a:cubicBezTo>
                    <a:pt x="2532" y="14899"/>
                    <a:pt x="1520" y="20408"/>
                    <a:pt x="900" y="25746"/>
                  </a:cubicBezTo>
                  <a:cubicBezTo>
                    <a:pt x="1" y="33224"/>
                    <a:pt x="509" y="40923"/>
                    <a:pt x="2083" y="48288"/>
                  </a:cubicBezTo>
                  <a:cubicBezTo>
                    <a:pt x="2307" y="49354"/>
                    <a:pt x="2532" y="50424"/>
                    <a:pt x="2811" y="51490"/>
                  </a:cubicBezTo>
                  <a:cubicBezTo>
                    <a:pt x="2982" y="52052"/>
                    <a:pt x="3094" y="52614"/>
                    <a:pt x="3261" y="53177"/>
                  </a:cubicBezTo>
                  <a:cubicBezTo>
                    <a:pt x="3598" y="55259"/>
                    <a:pt x="4219" y="57224"/>
                    <a:pt x="5172" y="59022"/>
                  </a:cubicBezTo>
                  <a:cubicBezTo>
                    <a:pt x="6071" y="60655"/>
                    <a:pt x="7196" y="62170"/>
                    <a:pt x="8491" y="63465"/>
                  </a:cubicBezTo>
                  <a:cubicBezTo>
                    <a:pt x="11751" y="66555"/>
                    <a:pt x="16077" y="68524"/>
                    <a:pt x="20857" y="68524"/>
                  </a:cubicBezTo>
                  <a:cubicBezTo>
                    <a:pt x="20901" y="68525"/>
                    <a:pt x="20945" y="68525"/>
                    <a:pt x="20989" y="68525"/>
                  </a:cubicBezTo>
                  <a:cubicBezTo>
                    <a:pt x="28352" y="68525"/>
                    <a:pt x="34643" y="64043"/>
                    <a:pt x="37383" y="57673"/>
                  </a:cubicBezTo>
                  <a:lnTo>
                    <a:pt x="37720" y="56832"/>
                  </a:lnTo>
                  <a:cubicBezTo>
                    <a:pt x="37720" y="56720"/>
                    <a:pt x="37774" y="56549"/>
                    <a:pt x="37833" y="56437"/>
                  </a:cubicBezTo>
                  <a:cubicBezTo>
                    <a:pt x="37887" y="56324"/>
                    <a:pt x="37887" y="56212"/>
                    <a:pt x="37945" y="56100"/>
                  </a:cubicBezTo>
                  <a:cubicBezTo>
                    <a:pt x="38283" y="55146"/>
                    <a:pt x="38507" y="54134"/>
                    <a:pt x="38620" y="53123"/>
                  </a:cubicBezTo>
                  <a:cubicBezTo>
                    <a:pt x="38674" y="52839"/>
                    <a:pt x="38674" y="52560"/>
                    <a:pt x="38732" y="52277"/>
                  </a:cubicBezTo>
                  <a:lnTo>
                    <a:pt x="38732" y="51490"/>
                  </a:lnTo>
                  <a:cubicBezTo>
                    <a:pt x="38786" y="51324"/>
                    <a:pt x="38786" y="51211"/>
                    <a:pt x="38786" y="51099"/>
                  </a:cubicBezTo>
                  <a:lnTo>
                    <a:pt x="38786" y="50703"/>
                  </a:lnTo>
                  <a:lnTo>
                    <a:pt x="38786" y="50141"/>
                  </a:lnTo>
                  <a:cubicBezTo>
                    <a:pt x="38786" y="49975"/>
                    <a:pt x="38732" y="49804"/>
                    <a:pt x="38732" y="49637"/>
                  </a:cubicBezTo>
                  <a:lnTo>
                    <a:pt x="38732" y="49075"/>
                  </a:lnTo>
                  <a:cubicBezTo>
                    <a:pt x="38674" y="48904"/>
                    <a:pt x="38674" y="48738"/>
                    <a:pt x="38674" y="48567"/>
                  </a:cubicBezTo>
                  <a:cubicBezTo>
                    <a:pt x="38620" y="48230"/>
                    <a:pt x="38561" y="47839"/>
                    <a:pt x="38507" y="47443"/>
                  </a:cubicBezTo>
                  <a:cubicBezTo>
                    <a:pt x="38449" y="47331"/>
                    <a:pt x="38449" y="47164"/>
                    <a:pt x="38395" y="47052"/>
                  </a:cubicBezTo>
                  <a:cubicBezTo>
                    <a:pt x="38395" y="46881"/>
                    <a:pt x="38336" y="46715"/>
                    <a:pt x="38283" y="46544"/>
                  </a:cubicBezTo>
                  <a:cubicBezTo>
                    <a:pt x="38224" y="46265"/>
                    <a:pt x="38170" y="45982"/>
                    <a:pt x="38058" y="45644"/>
                  </a:cubicBezTo>
                  <a:cubicBezTo>
                    <a:pt x="38058" y="45590"/>
                    <a:pt x="37999" y="45478"/>
                    <a:pt x="37999" y="45365"/>
                  </a:cubicBezTo>
                  <a:cubicBezTo>
                    <a:pt x="37945" y="45253"/>
                    <a:pt x="37887" y="45141"/>
                    <a:pt x="37887" y="45082"/>
                  </a:cubicBezTo>
                  <a:cubicBezTo>
                    <a:pt x="37833" y="44916"/>
                    <a:pt x="37774" y="44803"/>
                    <a:pt x="37720" y="44691"/>
                  </a:cubicBezTo>
                  <a:lnTo>
                    <a:pt x="37720" y="44579"/>
                  </a:lnTo>
                  <a:cubicBezTo>
                    <a:pt x="37608" y="44354"/>
                    <a:pt x="37550" y="44129"/>
                    <a:pt x="37437" y="43904"/>
                  </a:cubicBezTo>
                  <a:lnTo>
                    <a:pt x="36933" y="42721"/>
                  </a:lnTo>
                  <a:cubicBezTo>
                    <a:pt x="36821" y="42609"/>
                    <a:pt x="36763" y="42496"/>
                    <a:pt x="36709" y="42330"/>
                  </a:cubicBezTo>
                  <a:cubicBezTo>
                    <a:pt x="36596" y="42159"/>
                    <a:pt x="36484" y="41934"/>
                    <a:pt x="36371" y="41709"/>
                  </a:cubicBezTo>
                  <a:cubicBezTo>
                    <a:pt x="36259" y="41543"/>
                    <a:pt x="36200" y="41431"/>
                    <a:pt x="36146" y="41318"/>
                  </a:cubicBezTo>
                  <a:cubicBezTo>
                    <a:pt x="36088" y="41260"/>
                    <a:pt x="36034" y="41147"/>
                    <a:pt x="35976" y="41093"/>
                  </a:cubicBezTo>
                  <a:cubicBezTo>
                    <a:pt x="35922" y="40981"/>
                    <a:pt x="35863" y="40923"/>
                    <a:pt x="35809" y="40869"/>
                  </a:cubicBezTo>
                  <a:cubicBezTo>
                    <a:pt x="35751" y="40698"/>
                    <a:pt x="35638" y="40531"/>
                    <a:pt x="35526" y="40419"/>
                  </a:cubicBezTo>
                  <a:cubicBezTo>
                    <a:pt x="35413" y="40248"/>
                    <a:pt x="35301" y="40136"/>
                    <a:pt x="35189" y="39969"/>
                  </a:cubicBezTo>
                  <a:cubicBezTo>
                    <a:pt x="35022" y="39744"/>
                    <a:pt x="34910" y="39573"/>
                    <a:pt x="34739" y="39407"/>
                  </a:cubicBezTo>
                  <a:cubicBezTo>
                    <a:pt x="34627" y="39236"/>
                    <a:pt x="34514" y="39124"/>
                    <a:pt x="34460" y="39011"/>
                  </a:cubicBezTo>
                  <a:cubicBezTo>
                    <a:pt x="34348" y="38845"/>
                    <a:pt x="34235" y="38733"/>
                    <a:pt x="34177" y="38620"/>
                  </a:cubicBezTo>
                  <a:cubicBezTo>
                    <a:pt x="34064" y="38449"/>
                    <a:pt x="34010" y="38337"/>
                    <a:pt x="33952" y="38170"/>
                  </a:cubicBezTo>
                  <a:lnTo>
                    <a:pt x="33898" y="38170"/>
                  </a:lnTo>
                  <a:cubicBezTo>
                    <a:pt x="33840" y="38058"/>
                    <a:pt x="33786" y="37887"/>
                    <a:pt x="33727" y="37775"/>
                  </a:cubicBezTo>
                  <a:cubicBezTo>
                    <a:pt x="33673" y="37662"/>
                    <a:pt x="33673" y="37608"/>
                    <a:pt x="33615" y="37550"/>
                  </a:cubicBezTo>
                  <a:cubicBezTo>
                    <a:pt x="32661" y="35414"/>
                    <a:pt x="32715" y="32941"/>
                    <a:pt x="33727" y="30805"/>
                  </a:cubicBezTo>
                  <a:cubicBezTo>
                    <a:pt x="33786" y="30638"/>
                    <a:pt x="33898" y="30467"/>
                    <a:pt x="33952" y="30355"/>
                  </a:cubicBezTo>
                  <a:cubicBezTo>
                    <a:pt x="34064" y="30189"/>
                    <a:pt x="34123" y="30076"/>
                    <a:pt x="34235" y="29905"/>
                  </a:cubicBezTo>
                  <a:cubicBezTo>
                    <a:pt x="34289" y="29739"/>
                    <a:pt x="34402" y="29626"/>
                    <a:pt x="34514" y="29456"/>
                  </a:cubicBezTo>
                  <a:lnTo>
                    <a:pt x="34573" y="29402"/>
                  </a:lnTo>
                  <a:cubicBezTo>
                    <a:pt x="34627" y="29289"/>
                    <a:pt x="34739" y="29177"/>
                    <a:pt x="34797" y="29064"/>
                  </a:cubicBezTo>
                  <a:cubicBezTo>
                    <a:pt x="35584" y="28106"/>
                    <a:pt x="36259" y="27041"/>
                    <a:pt x="36821" y="25970"/>
                  </a:cubicBezTo>
                  <a:cubicBezTo>
                    <a:pt x="37212" y="25183"/>
                    <a:pt x="37550" y="24397"/>
                    <a:pt x="37833" y="23556"/>
                  </a:cubicBezTo>
                  <a:cubicBezTo>
                    <a:pt x="37887" y="23443"/>
                    <a:pt x="37945" y="23331"/>
                    <a:pt x="37945" y="23160"/>
                  </a:cubicBezTo>
                  <a:cubicBezTo>
                    <a:pt x="38058" y="22823"/>
                    <a:pt x="38170" y="22485"/>
                    <a:pt x="38283" y="22094"/>
                  </a:cubicBezTo>
                  <a:lnTo>
                    <a:pt x="38283" y="22036"/>
                  </a:lnTo>
                  <a:cubicBezTo>
                    <a:pt x="38674" y="20462"/>
                    <a:pt x="38845" y="18775"/>
                    <a:pt x="38786" y="17089"/>
                  </a:cubicBezTo>
                  <a:cubicBezTo>
                    <a:pt x="38674" y="14899"/>
                    <a:pt x="38170" y="12817"/>
                    <a:pt x="37325" y="10906"/>
                  </a:cubicBezTo>
                  <a:cubicBezTo>
                    <a:pt x="34627" y="4556"/>
                    <a:pt x="28277" y="59"/>
                    <a:pt x="21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2"/>
            <p:cNvSpPr/>
            <p:nvPr/>
          </p:nvSpPr>
          <p:spPr>
            <a:xfrm flipH="1">
              <a:off x="8633409" y="1066653"/>
              <a:ext cx="164588" cy="79533"/>
            </a:xfrm>
            <a:custGeom>
              <a:avLst/>
              <a:gdLst/>
              <a:ahLst/>
              <a:cxnLst/>
              <a:rect l="l" t="t" r="r" b="b"/>
              <a:pathLst>
                <a:path w="16752" h="8095" extrusionOk="0">
                  <a:moveTo>
                    <a:pt x="1" y="0"/>
                  </a:moveTo>
                  <a:lnTo>
                    <a:pt x="1" y="8095"/>
                  </a:lnTo>
                  <a:lnTo>
                    <a:pt x="16752" y="8095"/>
                  </a:lnTo>
                  <a:lnTo>
                    <a:pt x="167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2"/>
            <p:cNvSpPr/>
            <p:nvPr/>
          </p:nvSpPr>
          <p:spPr>
            <a:xfrm flipH="1">
              <a:off x="8684224" y="1140659"/>
              <a:ext cx="204881" cy="195518"/>
            </a:xfrm>
            <a:custGeom>
              <a:avLst/>
              <a:gdLst/>
              <a:ahLst/>
              <a:cxnLst/>
              <a:rect l="l" t="t" r="r" b="b"/>
              <a:pathLst>
                <a:path w="20853" h="19900" extrusionOk="0">
                  <a:moveTo>
                    <a:pt x="8769" y="1"/>
                  </a:moveTo>
                  <a:cubicBezTo>
                    <a:pt x="6296" y="1"/>
                    <a:pt x="3935" y="959"/>
                    <a:pt x="2190" y="2757"/>
                  </a:cubicBezTo>
                  <a:cubicBezTo>
                    <a:pt x="504" y="4385"/>
                    <a:pt x="0" y="6858"/>
                    <a:pt x="899" y="9053"/>
                  </a:cubicBezTo>
                  <a:cubicBezTo>
                    <a:pt x="3539" y="15403"/>
                    <a:pt x="9893" y="19899"/>
                    <a:pt x="17201" y="19899"/>
                  </a:cubicBezTo>
                  <a:lnTo>
                    <a:pt x="19449" y="19899"/>
                  </a:lnTo>
                  <a:cubicBezTo>
                    <a:pt x="20349" y="17763"/>
                    <a:pt x="20852" y="15403"/>
                    <a:pt x="20852" y="12929"/>
                  </a:cubicBezTo>
                  <a:cubicBezTo>
                    <a:pt x="20852" y="8603"/>
                    <a:pt x="19337" y="4668"/>
                    <a:pt x="16805" y="1633"/>
                  </a:cubicBezTo>
                  <a:cubicBezTo>
                    <a:pt x="16414" y="1125"/>
                    <a:pt x="16018" y="563"/>
                    <a:pt x="15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2"/>
            <p:cNvSpPr/>
            <p:nvPr/>
          </p:nvSpPr>
          <p:spPr>
            <a:xfrm flipH="1">
              <a:off x="8689175" y="1140659"/>
              <a:ext cx="192776" cy="86165"/>
            </a:xfrm>
            <a:custGeom>
              <a:avLst/>
              <a:gdLst/>
              <a:ahLst/>
              <a:cxnLst/>
              <a:rect l="l" t="t" r="r" b="b"/>
              <a:pathLst>
                <a:path w="19621" h="8770" extrusionOk="0">
                  <a:moveTo>
                    <a:pt x="13154" y="1"/>
                  </a:moveTo>
                  <a:lnTo>
                    <a:pt x="5060" y="788"/>
                  </a:lnTo>
                  <a:lnTo>
                    <a:pt x="2083" y="2474"/>
                  </a:lnTo>
                  <a:lnTo>
                    <a:pt x="113" y="5455"/>
                  </a:lnTo>
                  <a:lnTo>
                    <a:pt x="1" y="8208"/>
                  </a:lnTo>
                  <a:lnTo>
                    <a:pt x="675" y="8770"/>
                  </a:lnTo>
                  <a:lnTo>
                    <a:pt x="19621" y="8770"/>
                  </a:lnTo>
                  <a:cubicBezTo>
                    <a:pt x="19225" y="6971"/>
                    <a:pt x="18496" y="5285"/>
                    <a:pt x="17597" y="3711"/>
                  </a:cubicBezTo>
                  <a:cubicBezTo>
                    <a:pt x="17538" y="3711"/>
                    <a:pt x="17538" y="3657"/>
                    <a:pt x="17538" y="3657"/>
                  </a:cubicBezTo>
                  <a:cubicBezTo>
                    <a:pt x="17372" y="3373"/>
                    <a:pt x="17201" y="3149"/>
                    <a:pt x="17035" y="2924"/>
                  </a:cubicBezTo>
                  <a:cubicBezTo>
                    <a:pt x="16976" y="2811"/>
                    <a:pt x="16976" y="2757"/>
                    <a:pt x="16922" y="2699"/>
                  </a:cubicBezTo>
                  <a:cubicBezTo>
                    <a:pt x="16864" y="2645"/>
                    <a:pt x="16810" y="2586"/>
                    <a:pt x="16751" y="2474"/>
                  </a:cubicBezTo>
                  <a:cubicBezTo>
                    <a:pt x="16751" y="2474"/>
                    <a:pt x="16698" y="2420"/>
                    <a:pt x="16698" y="2362"/>
                  </a:cubicBezTo>
                  <a:cubicBezTo>
                    <a:pt x="16527" y="2195"/>
                    <a:pt x="16414" y="2024"/>
                    <a:pt x="16302" y="1858"/>
                  </a:cubicBezTo>
                  <a:cubicBezTo>
                    <a:pt x="16189" y="1799"/>
                    <a:pt x="16135" y="1687"/>
                    <a:pt x="16077" y="1633"/>
                  </a:cubicBezTo>
                  <a:cubicBezTo>
                    <a:pt x="16023" y="1521"/>
                    <a:pt x="15911" y="1408"/>
                    <a:pt x="15852" y="1350"/>
                  </a:cubicBezTo>
                  <a:cubicBezTo>
                    <a:pt x="15573" y="959"/>
                    <a:pt x="15348" y="563"/>
                    <a:pt x="15124" y="113"/>
                  </a:cubicBezTo>
                  <a:cubicBezTo>
                    <a:pt x="15065" y="59"/>
                    <a:pt x="15065" y="1"/>
                    <a:pt x="150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2"/>
            <p:cNvSpPr/>
            <p:nvPr/>
          </p:nvSpPr>
          <p:spPr>
            <a:xfrm flipH="1">
              <a:off x="8682544" y="876656"/>
              <a:ext cx="206561" cy="195517"/>
            </a:xfrm>
            <a:custGeom>
              <a:avLst/>
              <a:gdLst/>
              <a:ahLst/>
              <a:cxnLst/>
              <a:rect l="l" t="t" r="r" b="b"/>
              <a:pathLst>
                <a:path w="21024" h="19900" extrusionOk="0">
                  <a:moveTo>
                    <a:pt x="17201" y="1"/>
                  </a:moveTo>
                  <a:cubicBezTo>
                    <a:pt x="9893" y="1"/>
                    <a:pt x="3539" y="4444"/>
                    <a:pt x="899" y="10852"/>
                  </a:cubicBezTo>
                  <a:cubicBezTo>
                    <a:pt x="0" y="12988"/>
                    <a:pt x="504" y="15461"/>
                    <a:pt x="2190" y="17147"/>
                  </a:cubicBezTo>
                  <a:cubicBezTo>
                    <a:pt x="3935" y="18888"/>
                    <a:pt x="6296" y="19900"/>
                    <a:pt x="8769" y="19900"/>
                  </a:cubicBezTo>
                  <a:lnTo>
                    <a:pt x="15793" y="19900"/>
                  </a:lnTo>
                  <a:cubicBezTo>
                    <a:pt x="16076" y="19284"/>
                    <a:pt x="16468" y="18721"/>
                    <a:pt x="16863" y="18159"/>
                  </a:cubicBezTo>
                  <a:cubicBezTo>
                    <a:pt x="19503" y="14899"/>
                    <a:pt x="21023" y="10739"/>
                    <a:pt x="20852" y="6184"/>
                  </a:cubicBezTo>
                  <a:cubicBezTo>
                    <a:pt x="20740" y="3994"/>
                    <a:pt x="20236" y="1912"/>
                    <a:pt x="193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2"/>
            <p:cNvSpPr/>
            <p:nvPr/>
          </p:nvSpPr>
          <p:spPr>
            <a:xfrm flipH="1">
              <a:off x="8689175" y="986015"/>
              <a:ext cx="192776" cy="86165"/>
            </a:xfrm>
            <a:custGeom>
              <a:avLst/>
              <a:gdLst/>
              <a:ahLst/>
              <a:cxnLst/>
              <a:rect l="l" t="t" r="r" b="b"/>
              <a:pathLst>
                <a:path w="19621" h="8770" extrusionOk="0">
                  <a:moveTo>
                    <a:pt x="675" y="1"/>
                  </a:moveTo>
                  <a:lnTo>
                    <a:pt x="1" y="563"/>
                  </a:lnTo>
                  <a:lnTo>
                    <a:pt x="113" y="3319"/>
                  </a:lnTo>
                  <a:lnTo>
                    <a:pt x="2083" y="6242"/>
                  </a:lnTo>
                  <a:lnTo>
                    <a:pt x="5060" y="7983"/>
                  </a:lnTo>
                  <a:lnTo>
                    <a:pt x="12988" y="8770"/>
                  </a:lnTo>
                  <a:lnTo>
                    <a:pt x="15065" y="8770"/>
                  </a:lnTo>
                  <a:cubicBezTo>
                    <a:pt x="15290" y="8320"/>
                    <a:pt x="15515" y="7870"/>
                    <a:pt x="15852" y="7421"/>
                  </a:cubicBezTo>
                  <a:cubicBezTo>
                    <a:pt x="15965" y="7308"/>
                    <a:pt x="16077" y="7142"/>
                    <a:pt x="16135" y="7029"/>
                  </a:cubicBezTo>
                  <a:cubicBezTo>
                    <a:pt x="17822" y="5006"/>
                    <a:pt x="19000" y="2586"/>
                    <a:pt x="196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2"/>
            <p:cNvSpPr/>
            <p:nvPr/>
          </p:nvSpPr>
          <p:spPr>
            <a:xfrm flipH="1">
              <a:off x="8494224" y="757934"/>
              <a:ext cx="168430" cy="378872"/>
            </a:xfrm>
            <a:custGeom>
              <a:avLst/>
              <a:gdLst/>
              <a:ahLst/>
              <a:cxnLst/>
              <a:rect l="l" t="t" r="r" b="b"/>
              <a:pathLst>
                <a:path w="17143" h="38562" extrusionOk="0">
                  <a:moveTo>
                    <a:pt x="11971" y="1"/>
                  </a:moveTo>
                  <a:lnTo>
                    <a:pt x="11971" y="31591"/>
                  </a:lnTo>
                  <a:cubicBezTo>
                    <a:pt x="11971" y="32545"/>
                    <a:pt x="11184" y="33332"/>
                    <a:pt x="10173" y="33332"/>
                  </a:cubicBezTo>
                  <a:lnTo>
                    <a:pt x="1" y="33332"/>
                  </a:lnTo>
                  <a:lnTo>
                    <a:pt x="1" y="38562"/>
                  </a:lnTo>
                  <a:lnTo>
                    <a:pt x="10173" y="38562"/>
                  </a:lnTo>
                  <a:cubicBezTo>
                    <a:pt x="14053" y="38562"/>
                    <a:pt x="17143" y="35414"/>
                    <a:pt x="17143" y="31591"/>
                  </a:cubicBezTo>
                  <a:lnTo>
                    <a:pt x="17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2"/>
            <p:cNvSpPr/>
            <p:nvPr/>
          </p:nvSpPr>
          <p:spPr>
            <a:xfrm flipH="1">
              <a:off x="8615723" y="1027990"/>
              <a:ext cx="78433" cy="156856"/>
            </a:xfrm>
            <a:custGeom>
              <a:avLst/>
              <a:gdLst/>
              <a:ahLst/>
              <a:cxnLst/>
              <a:rect l="l" t="t" r="r" b="b"/>
              <a:pathLst>
                <a:path w="7983" h="15965" extrusionOk="0">
                  <a:moveTo>
                    <a:pt x="3994" y="1"/>
                  </a:moveTo>
                  <a:cubicBezTo>
                    <a:pt x="3823" y="1"/>
                    <a:pt x="3710" y="1"/>
                    <a:pt x="3544" y="59"/>
                  </a:cubicBezTo>
                  <a:cubicBezTo>
                    <a:pt x="2923" y="113"/>
                    <a:pt x="2307" y="338"/>
                    <a:pt x="1858" y="675"/>
                  </a:cubicBezTo>
                  <a:lnTo>
                    <a:pt x="1745" y="675"/>
                  </a:lnTo>
                  <a:cubicBezTo>
                    <a:pt x="1408" y="959"/>
                    <a:pt x="1012" y="1296"/>
                    <a:pt x="733" y="1687"/>
                  </a:cubicBezTo>
                  <a:cubicBezTo>
                    <a:pt x="675" y="1799"/>
                    <a:pt x="562" y="1970"/>
                    <a:pt x="509" y="2083"/>
                  </a:cubicBezTo>
                  <a:cubicBezTo>
                    <a:pt x="450" y="2137"/>
                    <a:pt x="450" y="2195"/>
                    <a:pt x="396" y="2249"/>
                  </a:cubicBezTo>
                  <a:lnTo>
                    <a:pt x="396" y="2308"/>
                  </a:lnTo>
                  <a:cubicBezTo>
                    <a:pt x="338" y="2362"/>
                    <a:pt x="338" y="2420"/>
                    <a:pt x="284" y="2474"/>
                  </a:cubicBezTo>
                  <a:lnTo>
                    <a:pt x="284" y="2586"/>
                  </a:lnTo>
                  <a:cubicBezTo>
                    <a:pt x="225" y="2645"/>
                    <a:pt x="225" y="2699"/>
                    <a:pt x="225" y="2757"/>
                  </a:cubicBezTo>
                  <a:cubicBezTo>
                    <a:pt x="171" y="2811"/>
                    <a:pt x="171" y="2924"/>
                    <a:pt x="113" y="2982"/>
                  </a:cubicBezTo>
                  <a:lnTo>
                    <a:pt x="113" y="3149"/>
                  </a:lnTo>
                  <a:cubicBezTo>
                    <a:pt x="113" y="3207"/>
                    <a:pt x="59" y="3261"/>
                    <a:pt x="59" y="3261"/>
                  </a:cubicBezTo>
                  <a:lnTo>
                    <a:pt x="59" y="3319"/>
                  </a:lnTo>
                  <a:lnTo>
                    <a:pt x="59" y="3486"/>
                  </a:lnTo>
                  <a:cubicBezTo>
                    <a:pt x="59" y="3598"/>
                    <a:pt x="59" y="3657"/>
                    <a:pt x="0" y="3711"/>
                  </a:cubicBezTo>
                  <a:lnTo>
                    <a:pt x="0" y="3994"/>
                  </a:lnTo>
                  <a:cubicBezTo>
                    <a:pt x="0" y="4160"/>
                    <a:pt x="0" y="4331"/>
                    <a:pt x="59" y="4498"/>
                  </a:cubicBezTo>
                  <a:cubicBezTo>
                    <a:pt x="59" y="4722"/>
                    <a:pt x="113" y="4947"/>
                    <a:pt x="171" y="5172"/>
                  </a:cubicBezTo>
                  <a:cubicBezTo>
                    <a:pt x="225" y="5285"/>
                    <a:pt x="284" y="5397"/>
                    <a:pt x="284" y="5455"/>
                  </a:cubicBezTo>
                  <a:lnTo>
                    <a:pt x="621" y="6130"/>
                  </a:lnTo>
                  <a:cubicBezTo>
                    <a:pt x="846" y="6467"/>
                    <a:pt x="1125" y="6746"/>
                    <a:pt x="1408" y="7029"/>
                  </a:cubicBezTo>
                  <a:cubicBezTo>
                    <a:pt x="1520" y="7142"/>
                    <a:pt x="1687" y="7254"/>
                    <a:pt x="1799" y="7308"/>
                  </a:cubicBezTo>
                  <a:lnTo>
                    <a:pt x="1858" y="7367"/>
                  </a:lnTo>
                  <a:cubicBezTo>
                    <a:pt x="1912" y="7421"/>
                    <a:pt x="1912" y="7421"/>
                    <a:pt x="1970" y="7421"/>
                  </a:cubicBezTo>
                  <a:cubicBezTo>
                    <a:pt x="1970" y="7479"/>
                    <a:pt x="1970" y="7479"/>
                    <a:pt x="2024" y="7533"/>
                  </a:cubicBezTo>
                  <a:cubicBezTo>
                    <a:pt x="2082" y="7645"/>
                    <a:pt x="2136" y="7816"/>
                    <a:pt x="2136" y="7983"/>
                  </a:cubicBezTo>
                  <a:cubicBezTo>
                    <a:pt x="2136" y="8095"/>
                    <a:pt x="2136" y="8207"/>
                    <a:pt x="2082" y="8266"/>
                  </a:cubicBezTo>
                  <a:cubicBezTo>
                    <a:pt x="2082" y="8378"/>
                    <a:pt x="2024" y="8432"/>
                    <a:pt x="1970" y="8545"/>
                  </a:cubicBezTo>
                  <a:cubicBezTo>
                    <a:pt x="1912" y="8545"/>
                    <a:pt x="1858" y="8603"/>
                    <a:pt x="1799" y="8657"/>
                  </a:cubicBezTo>
                  <a:cubicBezTo>
                    <a:pt x="1574" y="8770"/>
                    <a:pt x="1408" y="8940"/>
                    <a:pt x="1237" y="9107"/>
                  </a:cubicBezTo>
                  <a:lnTo>
                    <a:pt x="900" y="9444"/>
                  </a:lnTo>
                  <a:cubicBezTo>
                    <a:pt x="675" y="9781"/>
                    <a:pt x="450" y="10119"/>
                    <a:pt x="284" y="10514"/>
                  </a:cubicBezTo>
                  <a:cubicBezTo>
                    <a:pt x="284" y="10627"/>
                    <a:pt x="225" y="10681"/>
                    <a:pt x="171" y="10793"/>
                  </a:cubicBezTo>
                  <a:cubicBezTo>
                    <a:pt x="113" y="11018"/>
                    <a:pt x="59" y="11189"/>
                    <a:pt x="59" y="11414"/>
                  </a:cubicBezTo>
                  <a:cubicBezTo>
                    <a:pt x="0" y="11693"/>
                    <a:pt x="0" y="11976"/>
                    <a:pt x="0" y="12255"/>
                  </a:cubicBezTo>
                  <a:cubicBezTo>
                    <a:pt x="59" y="12313"/>
                    <a:pt x="59" y="12367"/>
                    <a:pt x="59" y="12480"/>
                  </a:cubicBezTo>
                  <a:lnTo>
                    <a:pt x="59" y="12704"/>
                  </a:lnTo>
                  <a:cubicBezTo>
                    <a:pt x="59" y="12704"/>
                    <a:pt x="113" y="12763"/>
                    <a:pt x="113" y="12817"/>
                  </a:cubicBezTo>
                  <a:cubicBezTo>
                    <a:pt x="171" y="13042"/>
                    <a:pt x="225" y="13213"/>
                    <a:pt x="284" y="13437"/>
                  </a:cubicBezTo>
                  <a:cubicBezTo>
                    <a:pt x="338" y="13491"/>
                    <a:pt x="338" y="13604"/>
                    <a:pt x="396" y="13662"/>
                  </a:cubicBezTo>
                  <a:cubicBezTo>
                    <a:pt x="509" y="13887"/>
                    <a:pt x="621" y="14112"/>
                    <a:pt x="733" y="14278"/>
                  </a:cubicBezTo>
                  <a:cubicBezTo>
                    <a:pt x="787" y="14337"/>
                    <a:pt x="846" y="14449"/>
                    <a:pt x="900" y="14503"/>
                  </a:cubicBezTo>
                  <a:lnTo>
                    <a:pt x="1071" y="14674"/>
                  </a:lnTo>
                  <a:lnTo>
                    <a:pt x="1237" y="14840"/>
                  </a:lnTo>
                  <a:lnTo>
                    <a:pt x="1408" y="15011"/>
                  </a:lnTo>
                  <a:cubicBezTo>
                    <a:pt x="1462" y="15065"/>
                    <a:pt x="1520" y="15065"/>
                    <a:pt x="1574" y="15124"/>
                  </a:cubicBezTo>
                  <a:lnTo>
                    <a:pt x="1633" y="15178"/>
                  </a:lnTo>
                  <a:cubicBezTo>
                    <a:pt x="1687" y="15236"/>
                    <a:pt x="1745" y="15236"/>
                    <a:pt x="1799" y="15290"/>
                  </a:cubicBezTo>
                  <a:lnTo>
                    <a:pt x="1858" y="15349"/>
                  </a:lnTo>
                  <a:cubicBezTo>
                    <a:pt x="2307" y="15627"/>
                    <a:pt x="2923" y="15852"/>
                    <a:pt x="3544" y="15965"/>
                  </a:cubicBezTo>
                  <a:lnTo>
                    <a:pt x="3994" y="15965"/>
                  </a:lnTo>
                  <a:cubicBezTo>
                    <a:pt x="4781" y="15965"/>
                    <a:pt x="5509" y="15740"/>
                    <a:pt x="6130" y="15349"/>
                  </a:cubicBezTo>
                  <a:lnTo>
                    <a:pt x="6184" y="15290"/>
                  </a:lnTo>
                  <a:cubicBezTo>
                    <a:pt x="6692" y="15011"/>
                    <a:pt x="7083" y="14562"/>
                    <a:pt x="7366" y="14112"/>
                  </a:cubicBezTo>
                  <a:cubicBezTo>
                    <a:pt x="7420" y="14053"/>
                    <a:pt x="7479" y="13941"/>
                    <a:pt x="7533" y="13887"/>
                  </a:cubicBezTo>
                  <a:cubicBezTo>
                    <a:pt x="7591" y="13716"/>
                    <a:pt x="7645" y="13604"/>
                    <a:pt x="7704" y="13437"/>
                  </a:cubicBezTo>
                  <a:cubicBezTo>
                    <a:pt x="7757" y="13379"/>
                    <a:pt x="7757" y="13325"/>
                    <a:pt x="7816" y="13213"/>
                  </a:cubicBezTo>
                  <a:cubicBezTo>
                    <a:pt x="7870" y="13042"/>
                    <a:pt x="7870" y="12929"/>
                    <a:pt x="7928" y="12763"/>
                  </a:cubicBezTo>
                  <a:cubicBezTo>
                    <a:pt x="7928" y="12650"/>
                    <a:pt x="7928" y="12592"/>
                    <a:pt x="7982" y="12480"/>
                  </a:cubicBezTo>
                  <a:lnTo>
                    <a:pt x="7982" y="12201"/>
                  </a:lnTo>
                  <a:lnTo>
                    <a:pt x="7982" y="11976"/>
                  </a:lnTo>
                  <a:cubicBezTo>
                    <a:pt x="7982" y="11468"/>
                    <a:pt x="7870" y="10964"/>
                    <a:pt x="7704" y="10514"/>
                  </a:cubicBezTo>
                  <a:cubicBezTo>
                    <a:pt x="7591" y="10119"/>
                    <a:pt x="7366" y="9781"/>
                    <a:pt x="7083" y="9444"/>
                  </a:cubicBezTo>
                  <a:cubicBezTo>
                    <a:pt x="6971" y="9332"/>
                    <a:pt x="6917" y="9219"/>
                    <a:pt x="6746" y="9107"/>
                  </a:cubicBezTo>
                  <a:cubicBezTo>
                    <a:pt x="6579" y="8940"/>
                    <a:pt x="6408" y="8770"/>
                    <a:pt x="6184" y="8657"/>
                  </a:cubicBezTo>
                  <a:cubicBezTo>
                    <a:pt x="6130" y="8603"/>
                    <a:pt x="6130" y="8545"/>
                    <a:pt x="6071" y="8545"/>
                  </a:cubicBezTo>
                  <a:cubicBezTo>
                    <a:pt x="5959" y="8378"/>
                    <a:pt x="5846" y="8207"/>
                    <a:pt x="5846" y="7983"/>
                  </a:cubicBezTo>
                  <a:cubicBezTo>
                    <a:pt x="5846" y="7870"/>
                    <a:pt x="5905" y="7816"/>
                    <a:pt x="5905" y="7704"/>
                  </a:cubicBezTo>
                  <a:cubicBezTo>
                    <a:pt x="5959" y="7645"/>
                    <a:pt x="5959" y="7591"/>
                    <a:pt x="6017" y="7533"/>
                  </a:cubicBezTo>
                  <a:cubicBezTo>
                    <a:pt x="6071" y="7421"/>
                    <a:pt x="6130" y="7367"/>
                    <a:pt x="6184" y="7308"/>
                  </a:cubicBezTo>
                  <a:cubicBezTo>
                    <a:pt x="6633" y="7029"/>
                    <a:pt x="6971" y="6692"/>
                    <a:pt x="7254" y="6296"/>
                  </a:cubicBezTo>
                  <a:cubicBezTo>
                    <a:pt x="7704" y="5680"/>
                    <a:pt x="7982" y="4835"/>
                    <a:pt x="7982" y="3994"/>
                  </a:cubicBezTo>
                  <a:lnTo>
                    <a:pt x="7982" y="3769"/>
                  </a:lnTo>
                  <a:cubicBezTo>
                    <a:pt x="7982" y="3486"/>
                    <a:pt x="7928" y="3261"/>
                    <a:pt x="7870" y="2982"/>
                  </a:cubicBezTo>
                  <a:cubicBezTo>
                    <a:pt x="7870" y="2924"/>
                    <a:pt x="7816" y="2811"/>
                    <a:pt x="7816" y="2757"/>
                  </a:cubicBezTo>
                  <a:cubicBezTo>
                    <a:pt x="7533" y="1858"/>
                    <a:pt x="6917" y="1125"/>
                    <a:pt x="6184" y="621"/>
                  </a:cubicBezTo>
                  <a:lnTo>
                    <a:pt x="6130" y="621"/>
                  </a:lnTo>
                  <a:cubicBezTo>
                    <a:pt x="5509" y="226"/>
                    <a:pt x="4781" y="1"/>
                    <a:pt x="3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2"/>
            <p:cNvSpPr/>
            <p:nvPr/>
          </p:nvSpPr>
          <p:spPr>
            <a:xfrm flipH="1">
              <a:off x="8981900" y="820326"/>
              <a:ext cx="79003" cy="572739"/>
            </a:xfrm>
            <a:custGeom>
              <a:avLst/>
              <a:gdLst/>
              <a:ahLst/>
              <a:cxnLst/>
              <a:rect l="l" t="t" r="r" b="b"/>
              <a:pathLst>
                <a:path w="8041" h="58294" extrusionOk="0">
                  <a:moveTo>
                    <a:pt x="8041" y="0"/>
                  </a:moveTo>
                  <a:cubicBezTo>
                    <a:pt x="6633" y="1408"/>
                    <a:pt x="5396" y="3036"/>
                    <a:pt x="4497" y="4893"/>
                  </a:cubicBezTo>
                  <a:cubicBezTo>
                    <a:pt x="2082" y="9727"/>
                    <a:pt x="1070" y="15236"/>
                    <a:pt x="450" y="20574"/>
                  </a:cubicBezTo>
                  <a:cubicBezTo>
                    <a:pt x="171" y="22993"/>
                    <a:pt x="0" y="25520"/>
                    <a:pt x="0" y="27993"/>
                  </a:cubicBezTo>
                  <a:cubicBezTo>
                    <a:pt x="0" y="33052"/>
                    <a:pt x="621" y="38170"/>
                    <a:pt x="1633" y="43116"/>
                  </a:cubicBezTo>
                  <a:cubicBezTo>
                    <a:pt x="1857" y="44182"/>
                    <a:pt x="2082" y="45252"/>
                    <a:pt x="2361" y="46318"/>
                  </a:cubicBezTo>
                  <a:cubicBezTo>
                    <a:pt x="2532" y="46880"/>
                    <a:pt x="2644" y="47442"/>
                    <a:pt x="2811" y="48005"/>
                  </a:cubicBezTo>
                  <a:cubicBezTo>
                    <a:pt x="3148" y="50087"/>
                    <a:pt x="3769" y="52052"/>
                    <a:pt x="4722" y="53850"/>
                  </a:cubicBezTo>
                  <a:cubicBezTo>
                    <a:pt x="5621" y="55483"/>
                    <a:pt x="6746" y="56998"/>
                    <a:pt x="8041" y="58293"/>
                  </a:cubicBezTo>
                  <a:lnTo>
                    <a:pt x="80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2"/>
            <p:cNvSpPr/>
            <p:nvPr/>
          </p:nvSpPr>
          <p:spPr>
            <a:xfrm flipH="1">
              <a:off x="8733929" y="981073"/>
              <a:ext cx="161277" cy="97209"/>
            </a:xfrm>
            <a:custGeom>
              <a:avLst/>
              <a:gdLst/>
              <a:ahLst/>
              <a:cxnLst/>
              <a:rect l="l" t="t" r="r" b="b"/>
              <a:pathLst>
                <a:path w="16415" h="9894" extrusionOk="0">
                  <a:moveTo>
                    <a:pt x="958" y="0"/>
                  </a:moveTo>
                  <a:lnTo>
                    <a:pt x="958" y="0"/>
                  </a:lnTo>
                  <a:cubicBezTo>
                    <a:pt x="1" y="2361"/>
                    <a:pt x="509" y="5059"/>
                    <a:pt x="2361" y="6912"/>
                  </a:cubicBezTo>
                  <a:cubicBezTo>
                    <a:pt x="4219" y="8823"/>
                    <a:pt x="6746" y="9893"/>
                    <a:pt x="9390" y="9893"/>
                  </a:cubicBezTo>
                  <a:lnTo>
                    <a:pt x="16414" y="9893"/>
                  </a:lnTo>
                  <a:lnTo>
                    <a:pt x="16414" y="8657"/>
                  </a:lnTo>
                  <a:lnTo>
                    <a:pt x="9390" y="8657"/>
                  </a:lnTo>
                  <a:cubicBezTo>
                    <a:pt x="7083" y="8657"/>
                    <a:pt x="4835" y="7699"/>
                    <a:pt x="3207" y="6071"/>
                  </a:cubicBezTo>
                  <a:cubicBezTo>
                    <a:pt x="1745" y="4551"/>
                    <a:pt x="1296" y="2361"/>
                    <a:pt x="2083" y="450"/>
                  </a:cubicBezTo>
                  <a:lnTo>
                    <a:pt x="95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2"/>
            <p:cNvSpPr/>
            <p:nvPr/>
          </p:nvSpPr>
          <p:spPr>
            <a:xfrm flipH="1">
              <a:off x="8733929" y="1134607"/>
              <a:ext cx="161277" cy="97209"/>
            </a:xfrm>
            <a:custGeom>
              <a:avLst/>
              <a:gdLst/>
              <a:ahLst/>
              <a:cxnLst/>
              <a:rect l="l" t="t" r="r" b="b"/>
              <a:pathLst>
                <a:path w="16415" h="9894" extrusionOk="0">
                  <a:moveTo>
                    <a:pt x="9390" y="1"/>
                  </a:moveTo>
                  <a:cubicBezTo>
                    <a:pt x="6746" y="1"/>
                    <a:pt x="4219" y="1066"/>
                    <a:pt x="2361" y="2924"/>
                  </a:cubicBezTo>
                  <a:cubicBezTo>
                    <a:pt x="509" y="4776"/>
                    <a:pt x="1" y="7533"/>
                    <a:pt x="958" y="9894"/>
                  </a:cubicBezTo>
                  <a:lnTo>
                    <a:pt x="2083" y="9386"/>
                  </a:lnTo>
                  <a:cubicBezTo>
                    <a:pt x="1296" y="7474"/>
                    <a:pt x="1745" y="5284"/>
                    <a:pt x="3207" y="3765"/>
                  </a:cubicBezTo>
                  <a:cubicBezTo>
                    <a:pt x="4835" y="2137"/>
                    <a:pt x="7083" y="1179"/>
                    <a:pt x="9390" y="1179"/>
                  </a:cubicBezTo>
                  <a:lnTo>
                    <a:pt x="16414" y="1179"/>
                  </a:lnTo>
                  <a:lnTo>
                    <a:pt x="164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2"/>
            <p:cNvSpPr/>
            <p:nvPr/>
          </p:nvSpPr>
          <p:spPr>
            <a:xfrm flipH="1">
              <a:off x="8498710" y="0"/>
              <a:ext cx="37200" cy="740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p:nvPr/>
          </p:nvSpPr>
          <p:spPr>
            <a:xfrm flipH="1">
              <a:off x="8475968" y="681717"/>
              <a:ext cx="84524" cy="139711"/>
            </a:xfrm>
            <a:custGeom>
              <a:avLst/>
              <a:gdLst/>
              <a:ahLst/>
              <a:cxnLst/>
              <a:rect l="l" t="t" r="r" b="b"/>
              <a:pathLst>
                <a:path w="8603" h="14220" extrusionOk="0">
                  <a:moveTo>
                    <a:pt x="0" y="1"/>
                  </a:moveTo>
                  <a:lnTo>
                    <a:pt x="0" y="11747"/>
                  </a:lnTo>
                  <a:cubicBezTo>
                    <a:pt x="0" y="13096"/>
                    <a:pt x="1125" y="14220"/>
                    <a:pt x="2474" y="14220"/>
                  </a:cubicBezTo>
                  <a:lnTo>
                    <a:pt x="6130" y="14220"/>
                  </a:lnTo>
                  <a:cubicBezTo>
                    <a:pt x="7479" y="14220"/>
                    <a:pt x="8603" y="13096"/>
                    <a:pt x="8603" y="11747"/>
                  </a:cubicBezTo>
                  <a:lnTo>
                    <a:pt x="86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2" name="Google Shape;352;p22"/>
          <p:cNvGrpSpPr/>
          <p:nvPr/>
        </p:nvGrpSpPr>
        <p:grpSpPr>
          <a:xfrm>
            <a:off x="8750767" y="135475"/>
            <a:ext cx="254116" cy="231907"/>
            <a:chOff x="8750767" y="135475"/>
            <a:chExt cx="254116" cy="231907"/>
          </a:xfrm>
        </p:grpSpPr>
        <p:sp>
          <p:nvSpPr>
            <p:cNvPr id="353" name="Google Shape;353;p22"/>
            <p:cNvSpPr/>
            <p:nvPr/>
          </p:nvSpPr>
          <p:spPr>
            <a:xfrm>
              <a:off x="8750767" y="135475"/>
              <a:ext cx="254116" cy="231907"/>
            </a:xfrm>
            <a:custGeom>
              <a:avLst/>
              <a:gdLst/>
              <a:ahLst/>
              <a:cxnLst/>
              <a:rect l="l" t="t" r="r" b="b"/>
              <a:pathLst>
                <a:path w="11259" h="10275" extrusionOk="0">
                  <a:moveTo>
                    <a:pt x="5629" y="1"/>
                  </a:moveTo>
                  <a:cubicBezTo>
                    <a:pt x="4299" y="1"/>
                    <a:pt x="2966" y="495"/>
                    <a:pt x="1954" y="1473"/>
                  </a:cubicBezTo>
                  <a:cubicBezTo>
                    <a:pt x="119" y="3307"/>
                    <a:pt x="1" y="6213"/>
                    <a:pt x="1480" y="8227"/>
                  </a:cubicBezTo>
                  <a:cubicBezTo>
                    <a:pt x="1660" y="8403"/>
                    <a:pt x="1779" y="8583"/>
                    <a:pt x="1954" y="8758"/>
                  </a:cubicBezTo>
                  <a:cubicBezTo>
                    <a:pt x="2134" y="8938"/>
                    <a:pt x="2309" y="9114"/>
                    <a:pt x="2546" y="9232"/>
                  </a:cubicBezTo>
                  <a:cubicBezTo>
                    <a:pt x="3457" y="9929"/>
                    <a:pt x="4537" y="10274"/>
                    <a:pt x="5617" y="10274"/>
                  </a:cubicBezTo>
                  <a:cubicBezTo>
                    <a:pt x="6927" y="10274"/>
                    <a:pt x="8236" y="9766"/>
                    <a:pt x="9244" y="8758"/>
                  </a:cubicBezTo>
                  <a:cubicBezTo>
                    <a:pt x="11079" y="6924"/>
                    <a:pt x="11259" y="4080"/>
                    <a:pt x="9718" y="2065"/>
                  </a:cubicBezTo>
                  <a:cubicBezTo>
                    <a:pt x="9600" y="1885"/>
                    <a:pt x="9420" y="1648"/>
                    <a:pt x="9244" y="1473"/>
                  </a:cubicBezTo>
                  <a:cubicBezTo>
                    <a:pt x="9064" y="1354"/>
                    <a:pt x="8889" y="1174"/>
                    <a:pt x="8708" y="999"/>
                  </a:cubicBezTo>
                  <a:cubicBezTo>
                    <a:pt x="7802" y="331"/>
                    <a:pt x="6716" y="1"/>
                    <a:pt x="56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2"/>
            <p:cNvSpPr/>
            <p:nvPr/>
          </p:nvSpPr>
          <p:spPr>
            <a:xfrm>
              <a:off x="8784147" y="157999"/>
              <a:ext cx="185977" cy="185864"/>
            </a:xfrm>
            <a:custGeom>
              <a:avLst/>
              <a:gdLst/>
              <a:ahLst/>
              <a:cxnLst/>
              <a:rect l="l" t="t" r="r" b="b"/>
              <a:pathLst>
                <a:path w="8240" h="8235" extrusionOk="0">
                  <a:moveTo>
                    <a:pt x="7229" y="1"/>
                  </a:moveTo>
                  <a:lnTo>
                    <a:pt x="1" y="7229"/>
                  </a:lnTo>
                  <a:cubicBezTo>
                    <a:pt x="181" y="7405"/>
                    <a:pt x="300" y="7585"/>
                    <a:pt x="475" y="7760"/>
                  </a:cubicBezTo>
                  <a:cubicBezTo>
                    <a:pt x="655" y="7940"/>
                    <a:pt x="830" y="8116"/>
                    <a:pt x="1067" y="8234"/>
                  </a:cubicBezTo>
                  <a:lnTo>
                    <a:pt x="8239" y="1067"/>
                  </a:lnTo>
                  <a:cubicBezTo>
                    <a:pt x="8121" y="887"/>
                    <a:pt x="7941" y="650"/>
                    <a:pt x="7765" y="475"/>
                  </a:cubicBezTo>
                  <a:cubicBezTo>
                    <a:pt x="7585" y="356"/>
                    <a:pt x="7410" y="176"/>
                    <a:pt x="72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5" name="Google Shape;355;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6" name="Google Shape;356;p22"/>
          <p:cNvSpPr txBox="1">
            <a:spLocks noGrp="1"/>
          </p:cNvSpPr>
          <p:nvPr>
            <p:ph type="subTitle" idx="1"/>
          </p:nvPr>
        </p:nvSpPr>
        <p:spPr>
          <a:xfrm>
            <a:off x="1397700" y="1293700"/>
            <a:ext cx="2967000" cy="429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2pPr>
            <a:lvl3pPr lvl="2"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3pPr>
            <a:lvl4pPr lvl="3"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9pPr>
          </a:lstStyle>
          <a:p>
            <a:endParaRPr/>
          </a:p>
        </p:txBody>
      </p:sp>
      <p:sp>
        <p:nvSpPr>
          <p:cNvPr id="357" name="Google Shape;357;p22"/>
          <p:cNvSpPr txBox="1">
            <a:spLocks noGrp="1"/>
          </p:cNvSpPr>
          <p:nvPr>
            <p:ph type="subTitle" idx="2"/>
          </p:nvPr>
        </p:nvSpPr>
        <p:spPr>
          <a:xfrm>
            <a:off x="1397701" y="172260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8" name="Google Shape;358;p22"/>
          <p:cNvSpPr txBox="1">
            <a:spLocks noGrp="1"/>
          </p:cNvSpPr>
          <p:nvPr>
            <p:ph type="subTitle" idx="3"/>
          </p:nvPr>
        </p:nvSpPr>
        <p:spPr>
          <a:xfrm>
            <a:off x="5381990" y="172260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9" name="Google Shape;359;p22"/>
          <p:cNvSpPr txBox="1">
            <a:spLocks noGrp="1"/>
          </p:cNvSpPr>
          <p:nvPr>
            <p:ph type="subTitle" idx="4"/>
          </p:nvPr>
        </p:nvSpPr>
        <p:spPr>
          <a:xfrm>
            <a:off x="1397701" y="3470925"/>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60" name="Google Shape;360;p22"/>
          <p:cNvSpPr txBox="1">
            <a:spLocks noGrp="1"/>
          </p:cNvSpPr>
          <p:nvPr>
            <p:ph type="subTitle" idx="5"/>
          </p:nvPr>
        </p:nvSpPr>
        <p:spPr>
          <a:xfrm>
            <a:off x="5381990" y="3470925"/>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61" name="Google Shape;361;p22"/>
          <p:cNvSpPr txBox="1">
            <a:spLocks noGrp="1"/>
          </p:cNvSpPr>
          <p:nvPr>
            <p:ph type="subTitle" idx="6"/>
          </p:nvPr>
        </p:nvSpPr>
        <p:spPr>
          <a:xfrm>
            <a:off x="1397700" y="3041925"/>
            <a:ext cx="2967000" cy="429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2pPr>
            <a:lvl3pPr lvl="2"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3pPr>
            <a:lvl4pPr lvl="3"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9pPr>
          </a:lstStyle>
          <a:p>
            <a:endParaRPr/>
          </a:p>
        </p:txBody>
      </p:sp>
      <p:sp>
        <p:nvSpPr>
          <p:cNvPr id="362" name="Google Shape;362;p22"/>
          <p:cNvSpPr txBox="1">
            <a:spLocks noGrp="1"/>
          </p:cNvSpPr>
          <p:nvPr>
            <p:ph type="subTitle" idx="7"/>
          </p:nvPr>
        </p:nvSpPr>
        <p:spPr>
          <a:xfrm>
            <a:off x="5381988" y="1293700"/>
            <a:ext cx="2967000" cy="429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2pPr>
            <a:lvl3pPr lvl="2"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3pPr>
            <a:lvl4pPr lvl="3"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9pPr>
          </a:lstStyle>
          <a:p>
            <a:endParaRPr/>
          </a:p>
        </p:txBody>
      </p:sp>
      <p:sp>
        <p:nvSpPr>
          <p:cNvPr id="363" name="Google Shape;363;p22"/>
          <p:cNvSpPr txBox="1">
            <a:spLocks noGrp="1"/>
          </p:cNvSpPr>
          <p:nvPr>
            <p:ph type="subTitle" idx="8"/>
          </p:nvPr>
        </p:nvSpPr>
        <p:spPr>
          <a:xfrm>
            <a:off x="5381988" y="3041925"/>
            <a:ext cx="2967000" cy="429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 Vietnam Pro"/>
              <a:buNone/>
              <a:defRPr sz="1800">
                <a:solidFill>
                  <a:schemeClr val="dk1"/>
                </a:solidFill>
                <a:latin typeface="Be Vietnam Pro SemiBold"/>
                <a:ea typeface="Be Vietnam Pro SemiBold"/>
                <a:cs typeface="Be Vietnam Pro SemiBold"/>
                <a:sym typeface="Be Vietnam Pro SemiBold"/>
              </a:defRPr>
            </a:lvl1pPr>
            <a:lvl2pPr lvl="1"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2pPr>
            <a:lvl3pPr lvl="2"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3pPr>
            <a:lvl4pPr lvl="3"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400"/>
              <a:buFont typeface="Be Vietnam Pro"/>
              <a:buNone/>
              <a:defRPr sz="2400">
                <a:solidFill>
                  <a:schemeClr val="dk1"/>
                </a:solidFill>
                <a:latin typeface="Be Vietnam Pro"/>
                <a:ea typeface="Be Vietnam Pro"/>
                <a:cs typeface="Be Vietnam Pro"/>
                <a:sym typeface="Be Vietnam Pro"/>
              </a:defRPr>
            </a:lvl9pPr>
          </a:lstStyle>
          <a:p>
            <a:endParaRPr/>
          </a:p>
        </p:txBody>
      </p:sp>
      <p:grpSp>
        <p:nvGrpSpPr>
          <p:cNvPr id="364" name="Google Shape;364;p22"/>
          <p:cNvGrpSpPr/>
          <p:nvPr/>
        </p:nvGrpSpPr>
        <p:grpSpPr>
          <a:xfrm>
            <a:off x="379039" y="535002"/>
            <a:ext cx="8448021" cy="4326824"/>
            <a:chOff x="379039" y="535002"/>
            <a:chExt cx="8448021" cy="4326824"/>
          </a:xfrm>
        </p:grpSpPr>
        <p:sp>
          <p:nvSpPr>
            <p:cNvPr id="365" name="Google Shape;365;p22"/>
            <p:cNvSpPr/>
            <p:nvPr/>
          </p:nvSpPr>
          <p:spPr>
            <a:xfrm>
              <a:off x="8744064" y="535002"/>
              <a:ext cx="82996" cy="84274"/>
            </a:xfrm>
            <a:custGeom>
              <a:avLst/>
              <a:gdLst/>
              <a:ahLst/>
              <a:cxnLst/>
              <a:rect l="l" t="t" r="r" b="b"/>
              <a:pathLst>
                <a:path w="3674" h="3731" extrusionOk="0">
                  <a:moveTo>
                    <a:pt x="1835" y="0"/>
                  </a:moveTo>
                  <a:cubicBezTo>
                    <a:pt x="830" y="0"/>
                    <a:pt x="0" y="830"/>
                    <a:pt x="0" y="1896"/>
                  </a:cubicBezTo>
                  <a:cubicBezTo>
                    <a:pt x="0" y="2901"/>
                    <a:pt x="830" y="3731"/>
                    <a:pt x="1835" y="3731"/>
                  </a:cubicBezTo>
                  <a:cubicBezTo>
                    <a:pt x="2844" y="3731"/>
                    <a:pt x="3674" y="2901"/>
                    <a:pt x="3674" y="1896"/>
                  </a:cubicBezTo>
                  <a:cubicBezTo>
                    <a:pt x="3674" y="830"/>
                    <a:pt x="2844" y="0"/>
                    <a:pt x="1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2"/>
            <p:cNvSpPr/>
            <p:nvPr/>
          </p:nvSpPr>
          <p:spPr>
            <a:xfrm>
              <a:off x="379039" y="4777552"/>
              <a:ext cx="82996" cy="84274"/>
            </a:xfrm>
            <a:custGeom>
              <a:avLst/>
              <a:gdLst/>
              <a:ahLst/>
              <a:cxnLst/>
              <a:rect l="l" t="t" r="r" b="b"/>
              <a:pathLst>
                <a:path w="3674" h="3731" extrusionOk="0">
                  <a:moveTo>
                    <a:pt x="1835" y="0"/>
                  </a:moveTo>
                  <a:cubicBezTo>
                    <a:pt x="830" y="0"/>
                    <a:pt x="0" y="830"/>
                    <a:pt x="0" y="1896"/>
                  </a:cubicBezTo>
                  <a:cubicBezTo>
                    <a:pt x="0" y="2901"/>
                    <a:pt x="830" y="3731"/>
                    <a:pt x="1835" y="3731"/>
                  </a:cubicBezTo>
                  <a:cubicBezTo>
                    <a:pt x="2844" y="3731"/>
                    <a:pt x="3674" y="2901"/>
                    <a:pt x="3674" y="1896"/>
                  </a:cubicBezTo>
                  <a:cubicBezTo>
                    <a:pt x="3674" y="830"/>
                    <a:pt x="2844" y="0"/>
                    <a:pt x="18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419"/>
        <p:cNvGrpSpPr/>
        <p:nvPr/>
      </p:nvGrpSpPr>
      <p:grpSpPr>
        <a:xfrm>
          <a:off x="0" y="0"/>
          <a:ext cx="0" cy="0"/>
          <a:chOff x="0" y="0"/>
          <a:chExt cx="0" cy="0"/>
        </a:xfrm>
      </p:grpSpPr>
      <p:sp>
        <p:nvSpPr>
          <p:cNvPr id="420" name="Google Shape;420;p25"/>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1" name="Google Shape;421;p25"/>
          <p:cNvGrpSpPr/>
          <p:nvPr/>
        </p:nvGrpSpPr>
        <p:grpSpPr>
          <a:xfrm>
            <a:off x="8149263" y="-12"/>
            <a:ext cx="806562" cy="922312"/>
            <a:chOff x="8149263" y="-12"/>
            <a:chExt cx="806562" cy="922312"/>
          </a:xfrm>
        </p:grpSpPr>
        <p:sp>
          <p:nvSpPr>
            <p:cNvPr id="422" name="Google Shape;422;p25"/>
            <p:cNvSpPr/>
            <p:nvPr/>
          </p:nvSpPr>
          <p:spPr>
            <a:xfrm flipH="1">
              <a:off x="8149263" y="-12"/>
              <a:ext cx="765075" cy="874850"/>
            </a:xfrm>
            <a:custGeom>
              <a:avLst/>
              <a:gdLst/>
              <a:ahLst/>
              <a:cxnLst/>
              <a:rect l="l" t="t" r="r" b="b"/>
              <a:pathLst>
                <a:path w="30603" h="34994" extrusionOk="0">
                  <a:moveTo>
                    <a:pt x="29783" y="1"/>
                  </a:moveTo>
                  <a:lnTo>
                    <a:pt x="29783" y="11236"/>
                  </a:lnTo>
                  <a:cubicBezTo>
                    <a:pt x="29783" y="13872"/>
                    <a:pt x="27559" y="16095"/>
                    <a:pt x="24868" y="16095"/>
                  </a:cubicBezTo>
                  <a:lnTo>
                    <a:pt x="5674" y="16095"/>
                  </a:lnTo>
                  <a:cubicBezTo>
                    <a:pt x="2514" y="16095"/>
                    <a:pt x="0" y="18670"/>
                    <a:pt x="0" y="21769"/>
                  </a:cubicBezTo>
                  <a:lnTo>
                    <a:pt x="0" y="34994"/>
                  </a:lnTo>
                  <a:lnTo>
                    <a:pt x="820" y="34994"/>
                  </a:lnTo>
                  <a:lnTo>
                    <a:pt x="820" y="21769"/>
                  </a:lnTo>
                  <a:cubicBezTo>
                    <a:pt x="820" y="19077"/>
                    <a:pt x="2982" y="16915"/>
                    <a:pt x="5674" y="16915"/>
                  </a:cubicBezTo>
                  <a:lnTo>
                    <a:pt x="24868" y="16915"/>
                  </a:lnTo>
                  <a:cubicBezTo>
                    <a:pt x="28028" y="16915"/>
                    <a:pt x="30602" y="14340"/>
                    <a:pt x="30602" y="11236"/>
                  </a:cubicBezTo>
                  <a:lnTo>
                    <a:pt x="306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5"/>
            <p:cNvSpPr/>
            <p:nvPr/>
          </p:nvSpPr>
          <p:spPr>
            <a:xfrm rot="-5400000" flipH="1">
              <a:off x="8856050" y="822525"/>
              <a:ext cx="99774" cy="99774"/>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 name="Google Shape;424;p25"/>
          <p:cNvGrpSpPr/>
          <p:nvPr/>
        </p:nvGrpSpPr>
        <p:grpSpPr>
          <a:xfrm>
            <a:off x="85650" y="82923"/>
            <a:ext cx="1059272" cy="5060502"/>
            <a:chOff x="85650" y="82923"/>
            <a:chExt cx="1059272" cy="5060502"/>
          </a:xfrm>
        </p:grpSpPr>
        <p:grpSp>
          <p:nvGrpSpPr>
            <p:cNvPr id="425" name="Google Shape;425;p25"/>
            <p:cNvGrpSpPr/>
            <p:nvPr/>
          </p:nvGrpSpPr>
          <p:grpSpPr>
            <a:xfrm flipH="1">
              <a:off x="85655" y="82923"/>
              <a:ext cx="1059267" cy="2356071"/>
              <a:chOff x="7909336" y="2132178"/>
              <a:chExt cx="1367502" cy="3041662"/>
            </a:xfrm>
          </p:grpSpPr>
          <p:sp>
            <p:nvSpPr>
              <p:cNvPr id="426" name="Google Shape;426;p25"/>
              <p:cNvSpPr/>
              <p:nvPr/>
            </p:nvSpPr>
            <p:spPr>
              <a:xfrm>
                <a:off x="8366391" y="2963569"/>
                <a:ext cx="910446" cy="2210271"/>
              </a:xfrm>
              <a:custGeom>
                <a:avLst/>
                <a:gdLst/>
                <a:ahLst/>
                <a:cxnLst/>
                <a:rect l="l" t="t" r="r" b="b"/>
                <a:pathLst>
                  <a:path w="31996" h="77676" extrusionOk="0">
                    <a:moveTo>
                      <a:pt x="0" y="1"/>
                    </a:moveTo>
                    <a:lnTo>
                      <a:pt x="0" y="7229"/>
                    </a:lnTo>
                    <a:cubicBezTo>
                      <a:pt x="0" y="11851"/>
                      <a:pt x="3792" y="15643"/>
                      <a:pt x="8414" y="15643"/>
                    </a:cubicBezTo>
                    <a:lnTo>
                      <a:pt x="23639" y="15643"/>
                    </a:lnTo>
                    <a:cubicBezTo>
                      <a:pt x="27493" y="15643"/>
                      <a:pt x="30631" y="18781"/>
                      <a:pt x="30631" y="22634"/>
                    </a:cubicBezTo>
                    <a:lnTo>
                      <a:pt x="30631" y="77676"/>
                    </a:lnTo>
                    <a:lnTo>
                      <a:pt x="31996" y="77676"/>
                    </a:lnTo>
                    <a:lnTo>
                      <a:pt x="31996" y="22634"/>
                    </a:lnTo>
                    <a:cubicBezTo>
                      <a:pt x="31996" y="18013"/>
                      <a:pt x="28261" y="14221"/>
                      <a:pt x="23639" y="14221"/>
                    </a:cubicBezTo>
                    <a:lnTo>
                      <a:pt x="8414" y="14221"/>
                    </a:lnTo>
                    <a:cubicBezTo>
                      <a:pt x="4560" y="14221"/>
                      <a:pt x="1422" y="11078"/>
                      <a:pt x="1422" y="7229"/>
                    </a:cubicBezTo>
                    <a:lnTo>
                      <a:pt x="14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5"/>
              <p:cNvSpPr/>
              <p:nvPr/>
            </p:nvSpPr>
            <p:spPr>
              <a:xfrm>
                <a:off x="8083108" y="2896120"/>
                <a:ext cx="23618" cy="15138"/>
              </a:xfrm>
              <a:custGeom>
                <a:avLst/>
                <a:gdLst/>
                <a:ahLst/>
                <a:cxnLst/>
                <a:rect l="l" t="t" r="r" b="b"/>
                <a:pathLst>
                  <a:path w="830" h="532" extrusionOk="0">
                    <a:moveTo>
                      <a:pt x="0" y="1"/>
                    </a:moveTo>
                    <a:lnTo>
                      <a:pt x="0" y="1"/>
                    </a:lnTo>
                    <a:cubicBezTo>
                      <a:pt x="156" y="93"/>
                      <a:pt x="313" y="188"/>
                      <a:pt x="461" y="282"/>
                    </a:cubicBezTo>
                    <a:lnTo>
                      <a:pt x="461" y="282"/>
                    </a:lnTo>
                    <a:cubicBezTo>
                      <a:pt x="343" y="168"/>
                      <a:pt x="169" y="55"/>
                      <a:pt x="0" y="1"/>
                    </a:cubicBezTo>
                    <a:close/>
                    <a:moveTo>
                      <a:pt x="461" y="282"/>
                    </a:moveTo>
                    <a:cubicBezTo>
                      <a:pt x="466" y="286"/>
                      <a:pt x="470" y="290"/>
                      <a:pt x="474" y="294"/>
                    </a:cubicBezTo>
                    <a:cubicBezTo>
                      <a:pt x="531" y="356"/>
                      <a:pt x="593" y="356"/>
                      <a:pt x="650" y="413"/>
                    </a:cubicBezTo>
                    <a:cubicBezTo>
                      <a:pt x="711" y="475"/>
                      <a:pt x="768" y="531"/>
                      <a:pt x="830" y="531"/>
                    </a:cubicBezTo>
                    <a:cubicBezTo>
                      <a:pt x="718" y="449"/>
                      <a:pt x="593" y="365"/>
                      <a:pt x="461" y="282"/>
                    </a:cubicBezTo>
                    <a:close/>
                  </a:path>
                </a:pathLst>
              </a:custGeom>
              <a:solidFill>
                <a:srgbClr val="C77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5"/>
              <p:cNvSpPr/>
              <p:nvPr/>
            </p:nvSpPr>
            <p:spPr>
              <a:xfrm>
                <a:off x="7909336" y="2256974"/>
                <a:ext cx="596872" cy="716639"/>
              </a:xfrm>
              <a:custGeom>
                <a:avLst/>
                <a:gdLst/>
                <a:ahLst/>
                <a:cxnLst/>
                <a:rect l="l" t="t" r="r" b="b"/>
                <a:pathLst>
                  <a:path w="20976" h="25185" extrusionOk="0">
                    <a:moveTo>
                      <a:pt x="1" y="0"/>
                    </a:moveTo>
                    <a:lnTo>
                      <a:pt x="1" y="18548"/>
                    </a:lnTo>
                    <a:cubicBezTo>
                      <a:pt x="1" y="22222"/>
                      <a:pt x="3025" y="25184"/>
                      <a:pt x="6699" y="25184"/>
                    </a:cubicBezTo>
                    <a:lnTo>
                      <a:pt x="14283" y="25184"/>
                    </a:lnTo>
                    <a:cubicBezTo>
                      <a:pt x="17956" y="25184"/>
                      <a:pt x="20976" y="22222"/>
                      <a:pt x="20976" y="18548"/>
                    </a:cubicBezTo>
                    <a:lnTo>
                      <a:pt x="209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5"/>
              <p:cNvSpPr/>
              <p:nvPr/>
            </p:nvSpPr>
            <p:spPr>
              <a:xfrm>
                <a:off x="7909336" y="2256974"/>
                <a:ext cx="596872" cy="342342"/>
              </a:xfrm>
              <a:custGeom>
                <a:avLst/>
                <a:gdLst/>
                <a:ahLst/>
                <a:cxnLst/>
                <a:rect l="l" t="t" r="r" b="b"/>
                <a:pathLst>
                  <a:path w="20976" h="12031" extrusionOk="0">
                    <a:moveTo>
                      <a:pt x="1" y="0"/>
                    </a:moveTo>
                    <a:lnTo>
                      <a:pt x="1" y="12030"/>
                    </a:lnTo>
                    <a:lnTo>
                      <a:pt x="20976" y="12030"/>
                    </a:lnTo>
                    <a:lnTo>
                      <a:pt x="209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5"/>
              <p:cNvSpPr/>
              <p:nvPr/>
            </p:nvSpPr>
            <p:spPr>
              <a:xfrm>
                <a:off x="8120190" y="2132178"/>
                <a:ext cx="175368" cy="198986"/>
              </a:xfrm>
              <a:custGeom>
                <a:avLst/>
                <a:gdLst/>
                <a:ahLst/>
                <a:cxnLst/>
                <a:rect l="l" t="t" r="r" b="b"/>
                <a:pathLst>
                  <a:path w="6163" h="6993" extrusionOk="0">
                    <a:moveTo>
                      <a:pt x="3082" y="2015"/>
                    </a:moveTo>
                    <a:cubicBezTo>
                      <a:pt x="3613" y="2015"/>
                      <a:pt x="4087" y="2432"/>
                      <a:pt x="4087" y="2963"/>
                    </a:cubicBezTo>
                    <a:cubicBezTo>
                      <a:pt x="4087" y="3499"/>
                      <a:pt x="3613" y="3973"/>
                      <a:pt x="3082" y="3973"/>
                    </a:cubicBezTo>
                    <a:cubicBezTo>
                      <a:pt x="2546" y="3973"/>
                      <a:pt x="2072" y="3499"/>
                      <a:pt x="2072" y="2963"/>
                    </a:cubicBezTo>
                    <a:cubicBezTo>
                      <a:pt x="2072" y="2432"/>
                      <a:pt x="2546" y="2015"/>
                      <a:pt x="3082" y="2015"/>
                    </a:cubicBezTo>
                    <a:close/>
                    <a:moveTo>
                      <a:pt x="3082" y="1"/>
                    </a:moveTo>
                    <a:cubicBezTo>
                      <a:pt x="1361" y="1"/>
                      <a:pt x="1" y="1366"/>
                      <a:pt x="1" y="3082"/>
                    </a:cubicBezTo>
                    <a:lnTo>
                      <a:pt x="1" y="6992"/>
                    </a:lnTo>
                    <a:lnTo>
                      <a:pt x="6163" y="6992"/>
                    </a:lnTo>
                    <a:lnTo>
                      <a:pt x="6163" y="3082"/>
                    </a:lnTo>
                    <a:cubicBezTo>
                      <a:pt x="6163" y="1366"/>
                      <a:pt x="4798" y="1"/>
                      <a:pt x="30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5"/>
              <p:cNvSpPr/>
              <p:nvPr/>
            </p:nvSpPr>
            <p:spPr>
              <a:xfrm>
                <a:off x="7980171" y="2359884"/>
                <a:ext cx="279912" cy="359074"/>
              </a:xfrm>
              <a:custGeom>
                <a:avLst/>
                <a:gdLst/>
                <a:ahLst/>
                <a:cxnLst/>
                <a:rect l="l" t="t" r="r" b="b"/>
                <a:pathLst>
                  <a:path w="9837" h="12619" extrusionOk="0">
                    <a:moveTo>
                      <a:pt x="0" y="1"/>
                    </a:moveTo>
                    <a:lnTo>
                      <a:pt x="0" y="12619"/>
                    </a:lnTo>
                    <a:lnTo>
                      <a:pt x="9836" y="12619"/>
                    </a:lnTo>
                    <a:lnTo>
                      <a:pt x="983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5"/>
              <p:cNvSpPr/>
              <p:nvPr/>
            </p:nvSpPr>
            <p:spPr>
              <a:xfrm>
                <a:off x="8044261" y="2442445"/>
                <a:ext cx="151751" cy="209087"/>
              </a:xfrm>
              <a:custGeom>
                <a:avLst/>
                <a:gdLst/>
                <a:ahLst/>
                <a:cxnLst/>
                <a:rect l="l" t="t" r="r" b="b"/>
                <a:pathLst>
                  <a:path w="5333" h="7348" extrusionOk="0">
                    <a:moveTo>
                      <a:pt x="2669" y="1"/>
                    </a:moveTo>
                    <a:cubicBezTo>
                      <a:pt x="2669" y="1"/>
                      <a:pt x="0" y="3200"/>
                      <a:pt x="0" y="4684"/>
                    </a:cubicBezTo>
                    <a:cubicBezTo>
                      <a:pt x="0" y="6163"/>
                      <a:pt x="1185" y="7348"/>
                      <a:pt x="2669" y="7348"/>
                    </a:cubicBezTo>
                    <a:cubicBezTo>
                      <a:pt x="4148" y="7348"/>
                      <a:pt x="5333" y="6163"/>
                      <a:pt x="5333" y="4684"/>
                    </a:cubicBezTo>
                    <a:cubicBezTo>
                      <a:pt x="5333" y="3200"/>
                      <a:pt x="2669" y="1"/>
                      <a:pt x="2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5"/>
              <p:cNvSpPr/>
              <p:nvPr/>
            </p:nvSpPr>
            <p:spPr>
              <a:xfrm>
                <a:off x="8334289" y="2835416"/>
                <a:ext cx="104544" cy="249550"/>
              </a:xfrm>
              <a:custGeom>
                <a:avLst/>
                <a:gdLst/>
                <a:ahLst/>
                <a:cxnLst/>
                <a:rect l="l" t="t" r="r" b="b"/>
                <a:pathLst>
                  <a:path w="3674" h="8770" extrusionOk="0">
                    <a:moveTo>
                      <a:pt x="0" y="1"/>
                    </a:moveTo>
                    <a:lnTo>
                      <a:pt x="0" y="6930"/>
                    </a:lnTo>
                    <a:cubicBezTo>
                      <a:pt x="0" y="7940"/>
                      <a:pt x="830" y="8770"/>
                      <a:pt x="1839" y="8770"/>
                    </a:cubicBezTo>
                    <a:cubicBezTo>
                      <a:pt x="2844" y="8770"/>
                      <a:pt x="3674" y="7940"/>
                      <a:pt x="3674" y="6930"/>
                    </a:cubicBezTo>
                    <a:lnTo>
                      <a:pt x="3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4" name="Google Shape;434;p25"/>
            <p:cNvSpPr/>
            <p:nvPr/>
          </p:nvSpPr>
          <p:spPr>
            <a:xfrm>
              <a:off x="85650" y="2334825"/>
              <a:ext cx="30000" cy="2808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35"/>
        <p:cNvGrpSpPr/>
        <p:nvPr/>
      </p:nvGrpSpPr>
      <p:grpSpPr>
        <a:xfrm>
          <a:off x="0" y="0"/>
          <a:ext cx="0" cy="0"/>
          <a:chOff x="0" y="0"/>
          <a:chExt cx="0" cy="0"/>
        </a:xfrm>
      </p:grpSpPr>
      <p:sp>
        <p:nvSpPr>
          <p:cNvPr id="436" name="Google Shape;436;p26"/>
          <p:cNvSpPr/>
          <p:nvPr/>
        </p:nvSpPr>
        <p:spPr>
          <a:xfrm>
            <a:off x="25" y="4777550"/>
            <a:ext cx="9153003" cy="365950"/>
          </a:xfrm>
          <a:custGeom>
            <a:avLst/>
            <a:gdLst/>
            <a:ahLst/>
            <a:cxnLst/>
            <a:rect l="l" t="t" r="r" b="b"/>
            <a:pathLst>
              <a:path w="266037" h="14638" extrusionOk="0">
                <a:moveTo>
                  <a:pt x="187589" y="0"/>
                </a:moveTo>
                <a:cubicBezTo>
                  <a:pt x="185039" y="0"/>
                  <a:pt x="182967" y="2076"/>
                  <a:pt x="182967" y="4622"/>
                </a:cubicBezTo>
                <a:cubicBezTo>
                  <a:pt x="182967" y="7110"/>
                  <a:pt x="180891" y="9186"/>
                  <a:pt x="178346" y="9186"/>
                </a:cubicBezTo>
                <a:lnTo>
                  <a:pt x="1" y="9186"/>
                </a:lnTo>
                <a:lnTo>
                  <a:pt x="1" y="14637"/>
                </a:lnTo>
                <a:lnTo>
                  <a:pt x="266037" y="14637"/>
                </a:lnTo>
                <a:lnTo>
                  <a:pt x="2660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6"/>
          <p:cNvSpPr/>
          <p:nvPr/>
        </p:nvSpPr>
        <p:spPr>
          <a:xfrm flipH="1">
            <a:off x="8379052" y="3513350"/>
            <a:ext cx="773975" cy="1786175"/>
          </a:xfrm>
          <a:custGeom>
            <a:avLst/>
            <a:gdLst/>
            <a:ahLst/>
            <a:cxnLst/>
            <a:rect l="l" t="t" r="r" b="b"/>
            <a:pathLst>
              <a:path w="30959" h="71447" extrusionOk="0">
                <a:moveTo>
                  <a:pt x="0" y="0"/>
                </a:moveTo>
                <a:lnTo>
                  <a:pt x="0" y="819"/>
                </a:lnTo>
                <a:lnTo>
                  <a:pt x="5094" y="819"/>
                </a:lnTo>
                <a:cubicBezTo>
                  <a:pt x="8193" y="819"/>
                  <a:pt x="10711" y="3394"/>
                  <a:pt x="10711" y="6493"/>
                </a:cubicBezTo>
                <a:lnTo>
                  <a:pt x="10711" y="38855"/>
                </a:lnTo>
                <a:cubicBezTo>
                  <a:pt x="10711" y="43008"/>
                  <a:pt x="14105" y="46402"/>
                  <a:pt x="18318" y="46402"/>
                </a:cubicBezTo>
                <a:lnTo>
                  <a:pt x="24811" y="46402"/>
                </a:lnTo>
                <a:cubicBezTo>
                  <a:pt x="27737" y="46402"/>
                  <a:pt x="30078" y="48803"/>
                  <a:pt x="30078" y="51729"/>
                </a:cubicBezTo>
                <a:lnTo>
                  <a:pt x="30078" y="71447"/>
                </a:lnTo>
                <a:lnTo>
                  <a:pt x="30958" y="71447"/>
                </a:lnTo>
                <a:lnTo>
                  <a:pt x="30958" y="51729"/>
                </a:lnTo>
                <a:cubicBezTo>
                  <a:pt x="30958" y="48335"/>
                  <a:pt x="28205" y="45582"/>
                  <a:pt x="24811" y="45582"/>
                </a:cubicBezTo>
                <a:lnTo>
                  <a:pt x="18318" y="45582"/>
                </a:lnTo>
                <a:cubicBezTo>
                  <a:pt x="14573" y="45582"/>
                  <a:pt x="11530" y="42540"/>
                  <a:pt x="11530" y="38855"/>
                </a:cubicBezTo>
                <a:lnTo>
                  <a:pt x="11530" y="6493"/>
                </a:lnTo>
                <a:cubicBezTo>
                  <a:pt x="11530" y="2926"/>
                  <a:pt x="8661" y="0"/>
                  <a:pt x="50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8" name="Google Shape;438;p26"/>
          <p:cNvGrpSpPr/>
          <p:nvPr/>
        </p:nvGrpSpPr>
        <p:grpSpPr>
          <a:xfrm>
            <a:off x="102484" y="0"/>
            <a:ext cx="1225237" cy="5143760"/>
            <a:chOff x="531463" y="-8015162"/>
            <a:chExt cx="3134401" cy="13158762"/>
          </a:xfrm>
        </p:grpSpPr>
        <p:sp>
          <p:nvSpPr>
            <p:cNvPr id="439" name="Google Shape;439;p26"/>
            <p:cNvSpPr/>
            <p:nvPr/>
          </p:nvSpPr>
          <p:spPr>
            <a:xfrm rot="10800000" flipH="1">
              <a:off x="1984653" y="3151094"/>
              <a:ext cx="433139" cy="345813"/>
            </a:xfrm>
            <a:custGeom>
              <a:avLst/>
              <a:gdLst/>
              <a:ahLst/>
              <a:cxnLst/>
              <a:rect l="l" t="t" r="r" b="b"/>
              <a:pathLst>
                <a:path w="19225" h="15349" extrusionOk="0">
                  <a:moveTo>
                    <a:pt x="0" y="0"/>
                  </a:moveTo>
                  <a:lnTo>
                    <a:pt x="0" y="1183"/>
                  </a:lnTo>
                  <a:lnTo>
                    <a:pt x="8095" y="1183"/>
                  </a:lnTo>
                  <a:cubicBezTo>
                    <a:pt x="9444" y="1183"/>
                    <a:pt x="10514" y="2307"/>
                    <a:pt x="10514" y="3656"/>
                  </a:cubicBezTo>
                  <a:lnTo>
                    <a:pt x="10514" y="11692"/>
                  </a:lnTo>
                  <a:cubicBezTo>
                    <a:pt x="10514" y="13716"/>
                    <a:pt x="12200" y="15348"/>
                    <a:pt x="14165" y="15348"/>
                  </a:cubicBezTo>
                  <a:lnTo>
                    <a:pt x="19224" y="15348"/>
                  </a:lnTo>
                  <a:lnTo>
                    <a:pt x="19224" y="14112"/>
                  </a:lnTo>
                  <a:lnTo>
                    <a:pt x="14165" y="14112"/>
                  </a:lnTo>
                  <a:cubicBezTo>
                    <a:pt x="12816" y="14112"/>
                    <a:pt x="11751" y="13041"/>
                    <a:pt x="11751" y="11692"/>
                  </a:cubicBezTo>
                  <a:lnTo>
                    <a:pt x="11751" y="3656"/>
                  </a:lnTo>
                  <a:cubicBezTo>
                    <a:pt x="11751" y="1633"/>
                    <a:pt x="10118" y="0"/>
                    <a:pt x="80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6"/>
            <p:cNvSpPr/>
            <p:nvPr/>
          </p:nvSpPr>
          <p:spPr>
            <a:xfrm>
              <a:off x="531463" y="2444491"/>
              <a:ext cx="708005" cy="787739"/>
            </a:xfrm>
            <a:custGeom>
              <a:avLst/>
              <a:gdLst/>
              <a:ahLst/>
              <a:cxnLst/>
              <a:rect l="l" t="t" r="r" b="b"/>
              <a:pathLst>
                <a:path w="31425" h="34964" extrusionOk="0">
                  <a:moveTo>
                    <a:pt x="6130" y="1"/>
                  </a:moveTo>
                  <a:cubicBezTo>
                    <a:pt x="2757" y="1"/>
                    <a:pt x="0" y="2753"/>
                    <a:pt x="0" y="6125"/>
                  </a:cubicBezTo>
                  <a:lnTo>
                    <a:pt x="0" y="10060"/>
                  </a:lnTo>
                  <a:cubicBezTo>
                    <a:pt x="0" y="13433"/>
                    <a:pt x="2757" y="16131"/>
                    <a:pt x="6130" y="16131"/>
                  </a:cubicBezTo>
                  <a:lnTo>
                    <a:pt x="7982" y="16131"/>
                  </a:lnTo>
                  <a:cubicBezTo>
                    <a:pt x="10456" y="16131"/>
                    <a:pt x="12479" y="18213"/>
                    <a:pt x="12479" y="20686"/>
                  </a:cubicBezTo>
                  <a:lnTo>
                    <a:pt x="12479" y="29284"/>
                  </a:lnTo>
                  <a:cubicBezTo>
                    <a:pt x="12479" y="32432"/>
                    <a:pt x="15011" y="34964"/>
                    <a:pt x="18159" y="34964"/>
                  </a:cubicBezTo>
                  <a:lnTo>
                    <a:pt x="31425" y="34964"/>
                  </a:lnTo>
                  <a:lnTo>
                    <a:pt x="31425" y="33390"/>
                  </a:lnTo>
                  <a:lnTo>
                    <a:pt x="18159" y="33390"/>
                  </a:lnTo>
                  <a:cubicBezTo>
                    <a:pt x="15910" y="33390"/>
                    <a:pt x="14053" y="31533"/>
                    <a:pt x="14053" y="29284"/>
                  </a:cubicBezTo>
                  <a:lnTo>
                    <a:pt x="14053" y="20686"/>
                  </a:lnTo>
                  <a:cubicBezTo>
                    <a:pt x="14053" y="17313"/>
                    <a:pt x="11355" y="14557"/>
                    <a:pt x="7982" y="14557"/>
                  </a:cubicBezTo>
                  <a:lnTo>
                    <a:pt x="6130" y="14557"/>
                  </a:lnTo>
                  <a:cubicBezTo>
                    <a:pt x="3598" y="14557"/>
                    <a:pt x="1574" y="12533"/>
                    <a:pt x="1574" y="10060"/>
                  </a:cubicBezTo>
                  <a:lnTo>
                    <a:pt x="1574" y="6125"/>
                  </a:lnTo>
                  <a:cubicBezTo>
                    <a:pt x="1574" y="3652"/>
                    <a:pt x="3598" y="1628"/>
                    <a:pt x="6130" y="1628"/>
                  </a:cubicBezTo>
                  <a:lnTo>
                    <a:pt x="22485" y="1628"/>
                  </a:lnTo>
                  <a:lnTo>
                    <a:pt x="224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6"/>
            <p:cNvSpPr/>
            <p:nvPr/>
          </p:nvSpPr>
          <p:spPr>
            <a:xfrm>
              <a:off x="2866658" y="2341872"/>
              <a:ext cx="799207" cy="871325"/>
            </a:xfrm>
            <a:custGeom>
              <a:avLst/>
              <a:gdLst/>
              <a:ahLst/>
              <a:cxnLst/>
              <a:rect l="l" t="t" r="r" b="b"/>
              <a:pathLst>
                <a:path w="35473" h="38674" extrusionOk="0">
                  <a:moveTo>
                    <a:pt x="1" y="0"/>
                  </a:moveTo>
                  <a:lnTo>
                    <a:pt x="1" y="1633"/>
                  </a:lnTo>
                  <a:lnTo>
                    <a:pt x="14053" y="1633"/>
                  </a:lnTo>
                  <a:cubicBezTo>
                    <a:pt x="16585" y="1633"/>
                    <a:pt x="18609" y="3656"/>
                    <a:pt x="18609" y="6183"/>
                  </a:cubicBezTo>
                  <a:lnTo>
                    <a:pt x="18609" y="8378"/>
                  </a:lnTo>
                  <a:cubicBezTo>
                    <a:pt x="18609" y="11804"/>
                    <a:pt x="21419" y="14561"/>
                    <a:pt x="24792" y="14561"/>
                  </a:cubicBezTo>
                  <a:lnTo>
                    <a:pt x="29680" y="14561"/>
                  </a:lnTo>
                  <a:cubicBezTo>
                    <a:pt x="31987" y="14561"/>
                    <a:pt x="33840" y="16414"/>
                    <a:pt x="33840" y="18775"/>
                  </a:cubicBezTo>
                  <a:lnTo>
                    <a:pt x="33840" y="32886"/>
                  </a:lnTo>
                  <a:cubicBezTo>
                    <a:pt x="33840" y="35188"/>
                    <a:pt x="31987" y="37099"/>
                    <a:pt x="29680" y="37099"/>
                  </a:cubicBezTo>
                  <a:lnTo>
                    <a:pt x="10681" y="37099"/>
                  </a:lnTo>
                  <a:lnTo>
                    <a:pt x="10681" y="38673"/>
                  </a:lnTo>
                  <a:lnTo>
                    <a:pt x="29680" y="38673"/>
                  </a:lnTo>
                  <a:cubicBezTo>
                    <a:pt x="32828" y="38673"/>
                    <a:pt x="35472" y="36088"/>
                    <a:pt x="35472" y="32886"/>
                  </a:cubicBezTo>
                  <a:lnTo>
                    <a:pt x="35472" y="18775"/>
                  </a:lnTo>
                  <a:cubicBezTo>
                    <a:pt x="35472" y="15573"/>
                    <a:pt x="32828" y="12929"/>
                    <a:pt x="29680" y="12929"/>
                  </a:cubicBezTo>
                  <a:lnTo>
                    <a:pt x="24792" y="12929"/>
                  </a:lnTo>
                  <a:cubicBezTo>
                    <a:pt x="22260" y="12929"/>
                    <a:pt x="20237" y="10905"/>
                    <a:pt x="20237" y="8378"/>
                  </a:cubicBezTo>
                  <a:lnTo>
                    <a:pt x="20237" y="6183"/>
                  </a:lnTo>
                  <a:cubicBezTo>
                    <a:pt x="20237" y="2757"/>
                    <a:pt x="17484" y="0"/>
                    <a:pt x="140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6"/>
            <p:cNvSpPr/>
            <p:nvPr/>
          </p:nvSpPr>
          <p:spPr>
            <a:xfrm>
              <a:off x="1694003" y="1929032"/>
              <a:ext cx="433139" cy="345813"/>
            </a:xfrm>
            <a:custGeom>
              <a:avLst/>
              <a:gdLst/>
              <a:ahLst/>
              <a:cxnLst/>
              <a:rect l="l" t="t" r="r" b="b"/>
              <a:pathLst>
                <a:path w="19225" h="15349" extrusionOk="0">
                  <a:moveTo>
                    <a:pt x="0" y="0"/>
                  </a:moveTo>
                  <a:lnTo>
                    <a:pt x="0" y="1183"/>
                  </a:lnTo>
                  <a:lnTo>
                    <a:pt x="8095" y="1183"/>
                  </a:lnTo>
                  <a:cubicBezTo>
                    <a:pt x="9444" y="1183"/>
                    <a:pt x="10514" y="2307"/>
                    <a:pt x="10514" y="3656"/>
                  </a:cubicBezTo>
                  <a:lnTo>
                    <a:pt x="10514" y="11692"/>
                  </a:lnTo>
                  <a:cubicBezTo>
                    <a:pt x="10514" y="13716"/>
                    <a:pt x="12200" y="15348"/>
                    <a:pt x="14165" y="15348"/>
                  </a:cubicBezTo>
                  <a:lnTo>
                    <a:pt x="19224" y="15348"/>
                  </a:lnTo>
                  <a:lnTo>
                    <a:pt x="19224" y="14112"/>
                  </a:lnTo>
                  <a:lnTo>
                    <a:pt x="14165" y="14112"/>
                  </a:lnTo>
                  <a:cubicBezTo>
                    <a:pt x="12816" y="14112"/>
                    <a:pt x="11751" y="13041"/>
                    <a:pt x="11751" y="11692"/>
                  </a:cubicBezTo>
                  <a:lnTo>
                    <a:pt x="11751" y="3656"/>
                  </a:lnTo>
                  <a:cubicBezTo>
                    <a:pt x="11751" y="1633"/>
                    <a:pt x="10118" y="0"/>
                    <a:pt x="80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6"/>
            <p:cNvSpPr/>
            <p:nvPr/>
          </p:nvSpPr>
          <p:spPr>
            <a:xfrm>
              <a:off x="934168" y="1764391"/>
              <a:ext cx="875178" cy="1543868"/>
            </a:xfrm>
            <a:custGeom>
              <a:avLst/>
              <a:gdLst/>
              <a:ahLst/>
              <a:cxnLst/>
              <a:rect l="l" t="t" r="r" b="b"/>
              <a:pathLst>
                <a:path w="38845" h="68525" extrusionOk="0">
                  <a:moveTo>
                    <a:pt x="21023" y="1"/>
                  </a:moveTo>
                  <a:cubicBezTo>
                    <a:pt x="16302" y="1"/>
                    <a:pt x="11805" y="1971"/>
                    <a:pt x="8491" y="5172"/>
                  </a:cubicBezTo>
                  <a:cubicBezTo>
                    <a:pt x="7083" y="6580"/>
                    <a:pt x="5846" y="8208"/>
                    <a:pt x="4947" y="10065"/>
                  </a:cubicBezTo>
                  <a:cubicBezTo>
                    <a:pt x="2532" y="14899"/>
                    <a:pt x="1520" y="20408"/>
                    <a:pt x="900" y="25746"/>
                  </a:cubicBezTo>
                  <a:cubicBezTo>
                    <a:pt x="1" y="33224"/>
                    <a:pt x="509" y="40923"/>
                    <a:pt x="2083" y="48288"/>
                  </a:cubicBezTo>
                  <a:cubicBezTo>
                    <a:pt x="2307" y="49354"/>
                    <a:pt x="2532" y="50424"/>
                    <a:pt x="2811" y="51490"/>
                  </a:cubicBezTo>
                  <a:cubicBezTo>
                    <a:pt x="2982" y="52052"/>
                    <a:pt x="3094" y="52614"/>
                    <a:pt x="3261" y="53177"/>
                  </a:cubicBezTo>
                  <a:cubicBezTo>
                    <a:pt x="3598" y="55259"/>
                    <a:pt x="4219" y="57224"/>
                    <a:pt x="5172" y="59022"/>
                  </a:cubicBezTo>
                  <a:cubicBezTo>
                    <a:pt x="6071" y="60655"/>
                    <a:pt x="7196" y="62170"/>
                    <a:pt x="8491" y="63465"/>
                  </a:cubicBezTo>
                  <a:cubicBezTo>
                    <a:pt x="11751" y="66555"/>
                    <a:pt x="16077" y="68524"/>
                    <a:pt x="20857" y="68524"/>
                  </a:cubicBezTo>
                  <a:cubicBezTo>
                    <a:pt x="20901" y="68525"/>
                    <a:pt x="20945" y="68525"/>
                    <a:pt x="20989" y="68525"/>
                  </a:cubicBezTo>
                  <a:cubicBezTo>
                    <a:pt x="28352" y="68525"/>
                    <a:pt x="34643" y="64043"/>
                    <a:pt x="37383" y="57673"/>
                  </a:cubicBezTo>
                  <a:lnTo>
                    <a:pt x="37720" y="56832"/>
                  </a:lnTo>
                  <a:cubicBezTo>
                    <a:pt x="37720" y="56720"/>
                    <a:pt x="37774" y="56549"/>
                    <a:pt x="37833" y="56437"/>
                  </a:cubicBezTo>
                  <a:cubicBezTo>
                    <a:pt x="37887" y="56324"/>
                    <a:pt x="37887" y="56212"/>
                    <a:pt x="37945" y="56100"/>
                  </a:cubicBezTo>
                  <a:cubicBezTo>
                    <a:pt x="38283" y="55146"/>
                    <a:pt x="38507" y="54134"/>
                    <a:pt x="38620" y="53123"/>
                  </a:cubicBezTo>
                  <a:cubicBezTo>
                    <a:pt x="38674" y="52839"/>
                    <a:pt x="38674" y="52560"/>
                    <a:pt x="38732" y="52277"/>
                  </a:cubicBezTo>
                  <a:lnTo>
                    <a:pt x="38732" y="51490"/>
                  </a:lnTo>
                  <a:cubicBezTo>
                    <a:pt x="38786" y="51324"/>
                    <a:pt x="38786" y="51211"/>
                    <a:pt x="38786" y="51099"/>
                  </a:cubicBezTo>
                  <a:lnTo>
                    <a:pt x="38786" y="50703"/>
                  </a:lnTo>
                  <a:lnTo>
                    <a:pt x="38786" y="50141"/>
                  </a:lnTo>
                  <a:cubicBezTo>
                    <a:pt x="38786" y="49975"/>
                    <a:pt x="38732" y="49804"/>
                    <a:pt x="38732" y="49637"/>
                  </a:cubicBezTo>
                  <a:lnTo>
                    <a:pt x="38732" y="49075"/>
                  </a:lnTo>
                  <a:cubicBezTo>
                    <a:pt x="38674" y="48904"/>
                    <a:pt x="38674" y="48738"/>
                    <a:pt x="38674" y="48567"/>
                  </a:cubicBezTo>
                  <a:cubicBezTo>
                    <a:pt x="38620" y="48230"/>
                    <a:pt x="38561" y="47839"/>
                    <a:pt x="38507" y="47443"/>
                  </a:cubicBezTo>
                  <a:cubicBezTo>
                    <a:pt x="38449" y="47331"/>
                    <a:pt x="38449" y="47164"/>
                    <a:pt x="38395" y="47052"/>
                  </a:cubicBezTo>
                  <a:cubicBezTo>
                    <a:pt x="38395" y="46881"/>
                    <a:pt x="38336" y="46715"/>
                    <a:pt x="38283" y="46544"/>
                  </a:cubicBezTo>
                  <a:cubicBezTo>
                    <a:pt x="38224" y="46265"/>
                    <a:pt x="38170" y="45982"/>
                    <a:pt x="38058" y="45644"/>
                  </a:cubicBezTo>
                  <a:cubicBezTo>
                    <a:pt x="38058" y="45590"/>
                    <a:pt x="37999" y="45478"/>
                    <a:pt x="37999" y="45365"/>
                  </a:cubicBezTo>
                  <a:cubicBezTo>
                    <a:pt x="37945" y="45253"/>
                    <a:pt x="37887" y="45141"/>
                    <a:pt x="37887" y="45082"/>
                  </a:cubicBezTo>
                  <a:cubicBezTo>
                    <a:pt x="37833" y="44916"/>
                    <a:pt x="37774" y="44803"/>
                    <a:pt x="37720" y="44691"/>
                  </a:cubicBezTo>
                  <a:lnTo>
                    <a:pt x="37720" y="44579"/>
                  </a:lnTo>
                  <a:cubicBezTo>
                    <a:pt x="37608" y="44354"/>
                    <a:pt x="37550" y="44129"/>
                    <a:pt x="37437" y="43904"/>
                  </a:cubicBezTo>
                  <a:lnTo>
                    <a:pt x="36933" y="42721"/>
                  </a:lnTo>
                  <a:cubicBezTo>
                    <a:pt x="36821" y="42609"/>
                    <a:pt x="36763" y="42496"/>
                    <a:pt x="36709" y="42330"/>
                  </a:cubicBezTo>
                  <a:cubicBezTo>
                    <a:pt x="36596" y="42159"/>
                    <a:pt x="36484" y="41934"/>
                    <a:pt x="36371" y="41709"/>
                  </a:cubicBezTo>
                  <a:cubicBezTo>
                    <a:pt x="36259" y="41543"/>
                    <a:pt x="36200" y="41431"/>
                    <a:pt x="36146" y="41318"/>
                  </a:cubicBezTo>
                  <a:cubicBezTo>
                    <a:pt x="36088" y="41260"/>
                    <a:pt x="36034" y="41147"/>
                    <a:pt x="35976" y="41093"/>
                  </a:cubicBezTo>
                  <a:cubicBezTo>
                    <a:pt x="35922" y="40981"/>
                    <a:pt x="35863" y="40923"/>
                    <a:pt x="35809" y="40869"/>
                  </a:cubicBezTo>
                  <a:cubicBezTo>
                    <a:pt x="35751" y="40698"/>
                    <a:pt x="35638" y="40531"/>
                    <a:pt x="35526" y="40419"/>
                  </a:cubicBezTo>
                  <a:cubicBezTo>
                    <a:pt x="35413" y="40248"/>
                    <a:pt x="35301" y="40136"/>
                    <a:pt x="35189" y="39969"/>
                  </a:cubicBezTo>
                  <a:cubicBezTo>
                    <a:pt x="35022" y="39744"/>
                    <a:pt x="34910" y="39573"/>
                    <a:pt x="34739" y="39407"/>
                  </a:cubicBezTo>
                  <a:cubicBezTo>
                    <a:pt x="34627" y="39236"/>
                    <a:pt x="34514" y="39124"/>
                    <a:pt x="34460" y="39011"/>
                  </a:cubicBezTo>
                  <a:cubicBezTo>
                    <a:pt x="34348" y="38845"/>
                    <a:pt x="34235" y="38733"/>
                    <a:pt x="34177" y="38620"/>
                  </a:cubicBezTo>
                  <a:cubicBezTo>
                    <a:pt x="34064" y="38449"/>
                    <a:pt x="34010" y="38337"/>
                    <a:pt x="33952" y="38170"/>
                  </a:cubicBezTo>
                  <a:lnTo>
                    <a:pt x="33898" y="38170"/>
                  </a:lnTo>
                  <a:cubicBezTo>
                    <a:pt x="33840" y="38058"/>
                    <a:pt x="33786" y="37887"/>
                    <a:pt x="33727" y="37775"/>
                  </a:cubicBezTo>
                  <a:cubicBezTo>
                    <a:pt x="33673" y="37662"/>
                    <a:pt x="33673" y="37608"/>
                    <a:pt x="33615" y="37550"/>
                  </a:cubicBezTo>
                  <a:cubicBezTo>
                    <a:pt x="32661" y="35414"/>
                    <a:pt x="32715" y="32941"/>
                    <a:pt x="33727" y="30805"/>
                  </a:cubicBezTo>
                  <a:cubicBezTo>
                    <a:pt x="33786" y="30638"/>
                    <a:pt x="33898" y="30467"/>
                    <a:pt x="33952" y="30355"/>
                  </a:cubicBezTo>
                  <a:cubicBezTo>
                    <a:pt x="34064" y="30189"/>
                    <a:pt x="34123" y="30076"/>
                    <a:pt x="34235" y="29905"/>
                  </a:cubicBezTo>
                  <a:cubicBezTo>
                    <a:pt x="34289" y="29739"/>
                    <a:pt x="34402" y="29626"/>
                    <a:pt x="34514" y="29456"/>
                  </a:cubicBezTo>
                  <a:lnTo>
                    <a:pt x="34573" y="29402"/>
                  </a:lnTo>
                  <a:cubicBezTo>
                    <a:pt x="34627" y="29289"/>
                    <a:pt x="34739" y="29177"/>
                    <a:pt x="34797" y="29064"/>
                  </a:cubicBezTo>
                  <a:cubicBezTo>
                    <a:pt x="35584" y="28106"/>
                    <a:pt x="36259" y="27041"/>
                    <a:pt x="36821" y="25970"/>
                  </a:cubicBezTo>
                  <a:cubicBezTo>
                    <a:pt x="37212" y="25183"/>
                    <a:pt x="37550" y="24397"/>
                    <a:pt x="37833" y="23556"/>
                  </a:cubicBezTo>
                  <a:cubicBezTo>
                    <a:pt x="37887" y="23443"/>
                    <a:pt x="37945" y="23331"/>
                    <a:pt x="37945" y="23160"/>
                  </a:cubicBezTo>
                  <a:cubicBezTo>
                    <a:pt x="38058" y="22823"/>
                    <a:pt x="38170" y="22485"/>
                    <a:pt x="38283" y="22094"/>
                  </a:cubicBezTo>
                  <a:lnTo>
                    <a:pt x="38283" y="22036"/>
                  </a:lnTo>
                  <a:cubicBezTo>
                    <a:pt x="38674" y="20462"/>
                    <a:pt x="38845" y="18775"/>
                    <a:pt x="38786" y="17089"/>
                  </a:cubicBezTo>
                  <a:cubicBezTo>
                    <a:pt x="38674" y="14899"/>
                    <a:pt x="38170" y="12817"/>
                    <a:pt x="37325" y="10906"/>
                  </a:cubicBezTo>
                  <a:cubicBezTo>
                    <a:pt x="34627" y="4556"/>
                    <a:pt x="28277" y="59"/>
                    <a:pt x="21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6"/>
            <p:cNvSpPr/>
            <p:nvPr/>
          </p:nvSpPr>
          <p:spPr>
            <a:xfrm>
              <a:off x="1547091" y="2445708"/>
              <a:ext cx="377423" cy="182380"/>
            </a:xfrm>
            <a:custGeom>
              <a:avLst/>
              <a:gdLst/>
              <a:ahLst/>
              <a:cxnLst/>
              <a:rect l="l" t="t" r="r" b="b"/>
              <a:pathLst>
                <a:path w="16752" h="8095" extrusionOk="0">
                  <a:moveTo>
                    <a:pt x="1" y="0"/>
                  </a:moveTo>
                  <a:lnTo>
                    <a:pt x="1" y="8095"/>
                  </a:lnTo>
                  <a:lnTo>
                    <a:pt x="16752" y="8095"/>
                  </a:lnTo>
                  <a:lnTo>
                    <a:pt x="167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6"/>
            <p:cNvSpPr/>
            <p:nvPr/>
          </p:nvSpPr>
          <p:spPr>
            <a:xfrm>
              <a:off x="1338203" y="2615395"/>
              <a:ext cx="469818" cy="448347"/>
            </a:xfrm>
            <a:custGeom>
              <a:avLst/>
              <a:gdLst/>
              <a:ahLst/>
              <a:cxnLst/>
              <a:rect l="l" t="t" r="r" b="b"/>
              <a:pathLst>
                <a:path w="20853" h="19900" extrusionOk="0">
                  <a:moveTo>
                    <a:pt x="8769" y="1"/>
                  </a:moveTo>
                  <a:cubicBezTo>
                    <a:pt x="6296" y="1"/>
                    <a:pt x="3935" y="959"/>
                    <a:pt x="2190" y="2757"/>
                  </a:cubicBezTo>
                  <a:cubicBezTo>
                    <a:pt x="504" y="4385"/>
                    <a:pt x="0" y="6858"/>
                    <a:pt x="899" y="9053"/>
                  </a:cubicBezTo>
                  <a:cubicBezTo>
                    <a:pt x="3539" y="15403"/>
                    <a:pt x="9893" y="19899"/>
                    <a:pt x="17201" y="19899"/>
                  </a:cubicBezTo>
                  <a:lnTo>
                    <a:pt x="19449" y="19899"/>
                  </a:lnTo>
                  <a:cubicBezTo>
                    <a:pt x="20349" y="17763"/>
                    <a:pt x="20852" y="15403"/>
                    <a:pt x="20852" y="12929"/>
                  </a:cubicBezTo>
                  <a:cubicBezTo>
                    <a:pt x="20852" y="8603"/>
                    <a:pt x="19337" y="4668"/>
                    <a:pt x="16805" y="1633"/>
                  </a:cubicBezTo>
                  <a:cubicBezTo>
                    <a:pt x="16414" y="1125"/>
                    <a:pt x="16018" y="563"/>
                    <a:pt x="15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6"/>
            <p:cNvSpPr/>
            <p:nvPr/>
          </p:nvSpPr>
          <p:spPr>
            <a:xfrm>
              <a:off x="1719325" y="2655924"/>
              <a:ext cx="30415" cy="41861"/>
            </a:xfrm>
            <a:custGeom>
              <a:avLst/>
              <a:gdLst/>
              <a:ahLst/>
              <a:cxnLst/>
              <a:rect l="l" t="t" r="r" b="b"/>
              <a:pathLst>
                <a:path w="1350" h="1858" extrusionOk="0">
                  <a:moveTo>
                    <a:pt x="0" y="0"/>
                  </a:moveTo>
                  <a:cubicBezTo>
                    <a:pt x="284" y="284"/>
                    <a:pt x="509" y="621"/>
                    <a:pt x="733" y="958"/>
                  </a:cubicBezTo>
                  <a:lnTo>
                    <a:pt x="733" y="900"/>
                  </a:lnTo>
                  <a:cubicBezTo>
                    <a:pt x="675" y="846"/>
                    <a:pt x="621" y="787"/>
                    <a:pt x="562" y="675"/>
                  </a:cubicBezTo>
                  <a:cubicBezTo>
                    <a:pt x="562" y="675"/>
                    <a:pt x="509" y="621"/>
                    <a:pt x="509" y="563"/>
                  </a:cubicBezTo>
                  <a:cubicBezTo>
                    <a:pt x="338" y="396"/>
                    <a:pt x="225" y="225"/>
                    <a:pt x="113" y="59"/>
                  </a:cubicBezTo>
                  <a:cubicBezTo>
                    <a:pt x="59" y="59"/>
                    <a:pt x="59" y="0"/>
                    <a:pt x="0" y="0"/>
                  </a:cubicBezTo>
                  <a:close/>
                  <a:moveTo>
                    <a:pt x="846" y="1071"/>
                  </a:moveTo>
                  <a:lnTo>
                    <a:pt x="846" y="1125"/>
                  </a:lnTo>
                  <a:cubicBezTo>
                    <a:pt x="1012" y="1350"/>
                    <a:pt x="1183" y="1574"/>
                    <a:pt x="1349" y="1858"/>
                  </a:cubicBezTo>
                  <a:cubicBezTo>
                    <a:pt x="1183" y="1574"/>
                    <a:pt x="1012" y="1350"/>
                    <a:pt x="846" y="1071"/>
                  </a:cubicBezTo>
                  <a:close/>
                </a:path>
              </a:pathLst>
            </a:custGeom>
            <a:solidFill>
              <a:srgbClr val="DAA4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6"/>
            <p:cNvSpPr/>
            <p:nvPr/>
          </p:nvSpPr>
          <p:spPr>
            <a:xfrm>
              <a:off x="1716802" y="2652184"/>
              <a:ext cx="21584" cy="29086"/>
            </a:xfrm>
            <a:custGeom>
              <a:avLst/>
              <a:gdLst/>
              <a:ahLst/>
              <a:cxnLst/>
              <a:rect l="l" t="t" r="r" b="b"/>
              <a:pathLst>
                <a:path w="958" h="1291" extrusionOk="0">
                  <a:moveTo>
                    <a:pt x="0" y="0"/>
                  </a:moveTo>
                  <a:lnTo>
                    <a:pt x="0" y="0"/>
                  </a:lnTo>
                  <a:cubicBezTo>
                    <a:pt x="32" y="30"/>
                    <a:pt x="62" y="76"/>
                    <a:pt x="102" y="122"/>
                  </a:cubicBezTo>
                  <a:lnTo>
                    <a:pt x="102" y="122"/>
                  </a:lnTo>
                  <a:cubicBezTo>
                    <a:pt x="83" y="81"/>
                    <a:pt x="43" y="40"/>
                    <a:pt x="0" y="0"/>
                  </a:cubicBezTo>
                  <a:close/>
                  <a:moveTo>
                    <a:pt x="102" y="122"/>
                  </a:moveTo>
                  <a:cubicBezTo>
                    <a:pt x="108" y="137"/>
                    <a:pt x="112" y="152"/>
                    <a:pt x="112" y="166"/>
                  </a:cubicBezTo>
                  <a:cubicBezTo>
                    <a:pt x="171" y="166"/>
                    <a:pt x="171" y="225"/>
                    <a:pt x="225" y="225"/>
                  </a:cubicBezTo>
                  <a:cubicBezTo>
                    <a:pt x="174" y="198"/>
                    <a:pt x="135" y="160"/>
                    <a:pt x="102" y="122"/>
                  </a:cubicBezTo>
                  <a:close/>
                  <a:moveTo>
                    <a:pt x="845" y="1066"/>
                  </a:moveTo>
                  <a:lnTo>
                    <a:pt x="845" y="1124"/>
                  </a:lnTo>
                  <a:lnTo>
                    <a:pt x="913" y="1192"/>
                  </a:lnTo>
                  <a:lnTo>
                    <a:pt x="913" y="1192"/>
                  </a:lnTo>
                  <a:cubicBezTo>
                    <a:pt x="893" y="1140"/>
                    <a:pt x="881" y="1104"/>
                    <a:pt x="845" y="1066"/>
                  </a:cubicBezTo>
                  <a:close/>
                  <a:moveTo>
                    <a:pt x="913" y="1192"/>
                  </a:moveTo>
                  <a:cubicBezTo>
                    <a:pt x="924" y="1220"/>
                    <a:pt x="938" y="1252"/>
                    <a:pt x="958" y="1291"/>
                  </a:cubicBezTo>
                  <a:lnTo>
                    <a:pt x="958" y="1237"/>
                  </a:lnTo>
                  <a:lnTo>
                    <a:pt x="913" y="1192"/>
                  </a:ln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6"/>
            <p:cNvSpPr/>
            <p:nvPr/>
          </p:nvSpPr>
          <p:spPr>
            <a:xfrm>
              <a:off x="1650927" y="2610326"/>
              <a:ext cx="44407" cy="7638"/>
            </a:xfrm>
            <a:custGeom>
              <a:avLst/>
              <a:gdLst/>
              <a:ahLst/>
              <a:cxnLst/>
              <a:rect l="l" t="t" r="r" b="b"/>
              <a:pathLst>
                <a:path w="1971" h="339" extrusionOk="0">
                  <a:moveTo>
                    <a:pt x="1800" y="1"/>
                  </a:moveTo>
                  <a:lnTo>
                    <a:pt x="1" y="226"/>
                  </a:lnTo>
                  <a:lnTo>
                    <a:pt x="1912" y="226"/>
                  </a:lnTo>
                  <a:cubicBezTo>
                    <a:pt x="1912" y="226"/>
                    <a:pt x="1912" y="284"/>
                    <a:pt x="1971" y="338"/>
                  </a:cubicBezTo>
                  <a:lnTo>
                    <a:pt x="1800" y="1"/>
                  </a:ln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6"/>
            <p:cNvSpPr/>
            <p:nvPr/>
          </p:nvSpPr>
          <p:spPr>
            <a:xfrm>
              <a:off x="1354604" y="2615395"/>
              <a:ext cx="442061" cy="197588"/>
            </a:xfrm>
            <a:custGeom>
              <a:avLst/>
              <a:gdLst/>
              <a:ahLst/>
              <a:cxnLst/>
              <a:rect l="l" t="t" r="r" b="b"/>
              <a:pathLst>
                <a:path w="19621" h="8770" extrusionOk="0">
                  <a:moveTo>
                    <a:pt x="13154" y="1"/>
                  </a:moveTo>
                  <a:lnTo>
                    <a:pt x="5060" y="788"/>
                  </a:lnTo>
                  <a:lnTo>
                    <a:pt x="2083" y="2474"/>
                  </a:lnTo>
                  <a:lnTo>
                    <a:pt x="113" y="5455"/>
                  </a:lnTo>
                  <a:lnTo>
                    <a:pt x="1" y="8208"/>
                  </a:lnTo>
                  <a:lnTo>
                    <a:pt x="675" y="8770"/>
                  </a:lnTo>
                  <a:lnTo>
                    <a:pt x="19621" y="8770"/>
                  </a:lnTo>
                  <a:cubicBezTo>
                    <a:pt x="19225" y="6971"/>
                    <a:pt x="18496" y="5285"/>
                    <a:pt x="17597" y="3711"/>
                  </a:cubicBezTo>
                  <a:cubicBezTo>
                    <a:pt x="17538" y="3711"/>
                    <a:pt x="17538" y="3657"/>
                    <a:pt x="17538" y="3657"/>
                  </a:cubicBezTo>
                  <a:cubicBezTo>
                    <a:pt x="17372" y="3373"/>
                    <a:pt x="17201" y="3149"/>
                    <a:pt x="17035" y="2924"/>
                  </a:cubicBezTo>
                  <a:cubicBezTo>
                    <a:pt x="16976" y="2811"/>
                    <a:pt x="16976" y="2757"/>
                    <a:pt x="16922" y="2699"/>
                  </a:cubicBezTo>
                  <a:cubicBezTo>
                    <a:pt x="16864" y="2645"/>
                    <a:pt x="16810" y="2586"/>
                    <a:pt x="16751" y="2474"/>
                  </a:cubicBezTo>
                  <a:cubicBezTo>
                    <a:pt x="16751" y="2474"/>
                    <a:pt x="16698" y="2420"/>
                    <a:pt x="16698" y="2362"/>
                  </a:cubicBezTo>
                  <a:cubicBezTo>
                    <a:pt x="16527" y="2195"/>
                    <a:pt x="16414" y="2024"/>
                    <a:pt x="16302" y="1858"/>
                  </a:cubicBezTo>
                  <a:cubicBezTo>
                    <a:pt x="16189" y="1799"/>
                    <a:pt x="16135" y="1687"/>
                    <a:pt x="16077" y="1633"/>
                  </a:cubicBezTo>
                  <a:cubicBezTo>
                    <a:pt x="16023" y="1521"/>
                    <a:pt x="15911" y="1408"/>
                    <a:pt x="15852" y="1350"/>
                  </a:cubicBezTo>
                  <a:cubicBezTo>
                    <a:pt x="15573" y="959"/>
                    <a:pt x="15348" y="563"/>
                    <a:pt x="15124" y="113"/>
                  </a:cubicBezTo>
                  <a:cubicBezTo>
                    <a:pt x="15065" y="59"/>
                    <a:pt x="15065" y="1"/>
                    <a:pt x="150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6"/>
            <p:cNvSpPr/>
            <p:nvPr/>
          </p:nvSpPr>
          <p:spPr>
            <a:xfrm>
              <a:off x="1338203" y="2010068"/>
              <a:ext cx="473671" cy="448347"/>
            </a:xfrm>
            <a:custGeom>
              <a:avLst/>
              <a:gdLst/>
              <a:ahLst/>
              <a:cxnLst/>
              <a:rect l="l" t="t" r="r" b="b"/>
              <a:pathLst>
                <a:path w="21024" h="19900" extrusionOk="0">
                  <a:moveTo>
                    <a:pt x="17201" y="1"/>
                  </a:moveTo>
                  <a:cubicBezTo>
                    <a:pt x="9893" y="1"/>
                    <a:pt x="3539" y="4444"/>
                    <a:pt x="899" y="10852"/>
                  </a:cubicBezTo>
                  <a:cubicBezTo>
                    <a:pt x="0" y="12988"/>
                    <a:pt x="504" y="15461"/>
                    <a:pt x="2190" y="17147"/>
                  </a:cubicBezTo>
                  <a:cubicBezTo>
                    <a:pt x="3935" y="18888"/>
                    <a:pt x="6296" y="19900"/>
                    <a:pt x="8769" y="19900"/>
                  </a:cubicBezTo>
                  <a:lnTo>
                    <a:pt x="15793" y="19900"/>
                  </a:lnTo>
                  <a:cubicBezTo>
                    <a:pt x="16076" y="19284"/>
                    <a:pt x="16468" y="18721"/>
                    <a:pt x="16863" y="18159"/>
                  </a:cubicBezTo>
                  <a:cubicBezTo>
                    <a:pt x="19503" y="14899"/>
                    <a:pt x="21023" y="10739"/>
                    <a:pt x="20852" y="6184"/>
                  </a:cubicBezTo>
                  <a:cubicBezTo>
                    <a:pt x="20740" y="3994"/>
                    <a:pt x="20236" y="1912"/>
                    <a:pt x="193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6"/>
            <p:cNvSpPr/>
            <p:nvPr/>
          </p:nvSpPr>
          <p:spPr>
            <a:xfrm>
              <a:off x="1713040" y="2260814"/>
              <a:ext cx="83609" cy="165979"/>
            </a:xfrm>
            <a:custGeom>
              <a:avLst/>
              <a:gdLst/>
              <a:ahLst/>
              <a:cxnLst/>
              <a:rect l="l" t="t" r="r" b="b"/>
              <a:pathLst>
                <a:path w="3711" h="7367" extrusionOk="0">
                  <a:moveTo>
                    <a:pt x="3711" y="1"/>
                  </a:moveTo>
                  <a:cubicBezTo>
                    <a:pt x="3684" y="114"/>
                    <a:pt x="3656" y="226"/>
                    <a:pt x="3628" y="339"/>
                  </a:cubicBezTo>
                  <a:lnTo>
                    <a:pt x="3628" y="339"/>
                  </a:lnTo>
                  <a:cubicBezTo>
                    <a:pt x="3655" y="248"/>
                    <a:pt x="3683" y="155"/>
                    <a:pt x="3711" y="59"/>
                  </a:cubicBezTo>
                  <a:lnTo>
                    <a:pt x="3711" y="1"/>
                  </a:lnTo>
                  <a:close/>
                  <a:moveTo>
                    <a:pt x="3628" y="339"/>
                  </a:moveTo>
                  <a:lnTo>
                    <a:pt x="3628" y="339"/>
                  </a:lnTo>
                  <a:cubicBezTo>
                    <a:pt x="3543" y="616"/>
                    <a:pt x="3458" y="871"/>
                    <a:pt x="3373" y="1125"/>
                  </a:cubicBezTo>
                  <a:cubicBezTo>
                    <a:pt x="3373" y="1296"/>
                    <a:pt x="3315" y="1408"/>
                    <a:pt x="3261" y="1521"/>
                  </a:cubicBezTo>
                  <a:cubicBezTo>
                    <a:pt x="2978" y="2362"/>
                    <a:pt x="2640" y="3148"/>
                    <a:pt x="2249" y="3935"/>
                  </a:cubicBezTo>
                  <a:cubicBezTo>
                    <a:pt x="1687" y="5006"/>
                    <a:pt x="1012" y="6071"/>
                    <a:pt x="225" y="7029"/>
                  </a:cubicBezTo>
                  <a:cubicBezTo>
                    <a:pt x="206" y="7067"/>
                    <a:pt x="186" y="7105"/>
                    <a:pt x="165" y="7144"/>
                  </a:cubicBezTo>
                  <a:lnTo>
                    <a:pt x="165" y="7144"/>
                  </a:lnTo>
                  <a:cubicBezTo>
                    <a:pt x="166" y="7143"/>
                    <a:pt x="166" y="7142"/>
                    <a:pt x="167" y="7142"/>
                  </a:cubicBezTo>
                  <a:cubicBezTo>
                    <a:pt x="1781" y="5205"/>
                    <a:pt x="2983" y="2855"/>
                    <a:pt x="3628" y="339"/>
                  </a:cubicBezTo>
                  <a:close/>
                  <a:moveTo>
                    <a:pt x="165" y="7144"/>
                  </a:moveTo>
                  <a:cubicBezTo>
                    <a:pt x="112" y="7197"/>
                    <a:pt x="54" y="7255"/>
                    <a:pt x="1" y="7367"/>
                  </a:cubicBezTo>
                  <a:cubicBezTo>
                    <a:pt x="75" y="7292"/>
                    <a:pt x="124" y="7218"/>
                    <a:pt x="165" y="7144"/>
                  </a:cubicBezTo>
                  <a:close/>
                </a:path>
              </a:pathLst>
            </a:custGeom>
            <a:solidFill>
              <a:srgbClr val="DAA4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6"/>
            <p:cNvSpPr/>
            <p:nvPr/>
          </p:nvSpPr>
          <p:spPr>
            <a:xfrm>
              <a:off x="1711733" y="2260814"/>
              <a:ext cx="84916" cy="167195"/>
            </a:xfrm>
            <a:custGeom>
              <a:avLst/>
              <a:gdLst/>
              <a:ahLst/>
              <a:cxnLst/>
              <a:rect l="l" t="t" r="r" b="b"/>
              <a:pathLst>
                <a:path w="3769" h="7421" extrusionOk="0">
                  <a:moveTo>
                    <a:pt x="3769" y="1"/>
                  </a:moveTo>
                  <a:cubicBezTo>
                    <a:pt x="3738" y="126"/>
                    <a:pt x="3707" y="251"/>
                    <a:pt x="3675" y="375"/>
                  </a:cubicBezTo>
                  <a:lnTo>
                    <a:pt x="3675" y="375"/>
                  </a:lnTo>
                  <a:cubicBezTo>
                    <a:pt x="3706" y="273"/>
                    <a:pt x="3737" y="168"/>
                    <a:pt x="3769" y="59"/>
                  </a:cubicBezTo>
                  <a:lnTo>
                    <a:pt x="3769" y="1"/>
                  </a:lnTo>
                  <a:close/>
                  <a:moveTo>
                    <a:pt x="3675" y="375"/>
                  </a:moveTo>
                  <a:cubicBezTo>
                    <a:pt x="3593" y="638"/>
                    <a:pt x="3512" y="882"/>
                    <a:pt x="3431" y="1125"/>
                  </a:cubicBezTo>
                  <a:cubicBezTo>
                    <a:pt x="3431" y="1174"/>
                    <a:pt x="3426" y="1218"/>
                    <a:pt x="3418" y="1259"/>
                  </a:cubicBezTo>
                  <a:lnTo>
                    <a:pt x="3418" y="1259"/>
                  </a:lnTo>
                  <a:cubicBezTo>
                    <a:pt x="3511" y="967"/>
                    <a:pt x="3597" y="672"/>
                    <a:pt x="3675" y="375"/>
                  </a:cubicBezTo>
                  <a:close/>
                  <a:moveTo>
                    <a:pt x="3418" y="1259"/>
                  </a:moveTo>
                  <a:cubicBezTo>
                    <a:pt x="3402" y="1312"/>
                    <a:pt x="3384" y="1365"/>
                    <a:pt x="3367" y="1418"/>
                  </a:cubicBezTo>
                  <a:lnTo>
                    <a:pt x="3367" y="1418"/>
                  </a:lnTo>
                  <a:cubicBezTo>
                    <a:pt x="3388" y="1369"/>
                    <a:pt x="3407" y="1317"/>
                    <a:pt x="3418" y="1259"/>
                  </a:cubicBezTo>
                  <a:close/>
                  <a:moveTo>
                    <a:pt x="3367" y="1418"/>
                  </a:moveTo>
                  <a:cubicBezTo>
                    <a:pt x="3352" y="1453"/>
                    <a:pt x="3335" y="1487"/>
                    <a:pt x="3319" y="1521"/>
                  </a:cubicBezTo>
                  <a:cubicBezTo>
                    <a:pt x="3036" y="2362"/>
                    <a:pt x="2698" y="3148"/>
                    <a:pt x="2307" y="3935"/>
                  </a:cubicBezTo>
                  <a:cubicBezTo>
                    <a:pt x="1745" y="5006"/>
                    <a:pt x="1070" y="6071"/>
                    <a:pt x="283" y="7029"/>
                  </a:cubicBezTo>
                  <a:cubicBezTo>
                    <a:pt x="1658" y="5380"/>
                    <a:pt x="2695" y="3468"/>
                    <a:pt x="3367" y="1418"/>
                  </a:cubicBezTo>
                  <a:close/>
                  <a:moveTo>
                    <a:pt x="283" y="7029"/>
                  </a:moveTo>
                  <a:cubicBezTo>
                    <a:pt x="225" y="7142"/>
                    <a:pt x="113" y="7308"/>
                    <a:pt x="0" y="7421"/>
                  </a:cubicBezTo>
                  <a:lnTo>
                    <a:pt x="59" y="7367"/>
                  </a:lnTo>
                  <a:cubicBezTo>
                    <a:pt x="171" y="7254"/>
                    <a:pt x="225" y="7142"/>
                    <a:pt x="283" y="7029"/>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6"/>
            <p:cNvSpPr/>
            <p:nvPr/>
          </p:nvSpPr>
          <p:spPr>
            <a:xfrm>
              <a:off x="1647188" y="2458369"/>
              <a:ext cx="46840" cy="3875"/>
            </a:xfrm>
            <a:custGeom>
              <a:avLst/>
              <a:gdLst/>
              <a:ahLst/>
              <a:cxnLst/>
              <a:rect l="l" t="t" r="r" b="b"/>
              <a:pathLst>
                <a:path w="2079" h="172" extrusionOk="0">
                  <a:moveTo>
                    <a:pt x="1" y="1"/>
                  </a:moveTo>
                  <a:lnTo>
                    <a:pt x="1966" y="171"/>
                  </a:lnTo>
                  <a:cubicBezTo>
                    <a:pt x="2024" y="113"/>
                    <a:pt x="2024" y="59"/>
                    <a:pt x="2078" y="1"/>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6"/>
            <p:cNvSpPr/>
            <p:nvPr/>
          </p:nvSpPr>
          <p:spPr>
            <a:xfrm>
              <a:off x="1354604" y="2260814"/>
              <a:ext cx="442061" cy="197588"/>
            </a:xfrm>
            <a:custGeom>
              <a:avLst/>
              <a:gdLst/>
              <a:ahLst/>
              <a:cxnLst/>
              <a:rect l="l" t="t" r="r" b="b"/>
              <a:pathLst>
                <a:path w="19621" h="8770" extrusionOk="0">
                  <a:moveTo>
                    <a:pt x="675" y="1"/>
                  </a:moveTo>
                  <a:lnTo>
                    <a:pt x="1" y="563"/>
                  </a:lnTo>
                  <a:lnTo>
                    <a:pt x="113" y="3319"/>
                  </a:lnTo>
                  <a:lnTo>
                    <a:pt x="2083" y="6242"/>
                  </a:lnTo>
                  <a:lnTo>
                    <a:pt x="5060" y="7983"/>
                  </a:lnTo>
                  <a:lnTo>
                    <a:pt x="12988" y="8770"/>
                  </a:lnTo>
                  <a:lnTo>
                    <a:pt x="15065" y="8770"/>
                  </a:lnTo>
                  <a:cubicBezTo>
                    <a:pt x="15290" y="8320"/>
                    <a:pt x="15515" y="7870"/>
                    <a:pt x="15852" y="7421"/>
                  </a:cubicBezTo>
                  <a:cubicBezTo>
                    <a:pt x="15965" y="7308"/>
                    <a:pt x="16077" y="7142"/>
                    <a:pt x="16135" y="7029"/>
                  </a:cubicBezTo>
                  <a:cubicBezTo>
                    <a:pt x="17822" y="5006"/>
                    <a:pt x="19000" y="2586"/>
                    <a:pt x="196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6"/>
            <p:cNvSpPr/>
            <p:nvPr/>
          </p:nvSpPr>
          <p:spPr>
            <a:xfrm>
              <a:off x="1857405" y="1737852"/>
              <a:ext cx="386232" cy="868802"/>
            </a:xfrm>
            <a:custGeom>
              <a:avLst/>
              <a:gdLst/>
              <a:ahLst/>
              <a:cxnLst/>
              <a:rect l="l" t="t" r="r" b="b"/>
              <a:pathLst>
                <a:path w="17143" h="38562" extrusionOk="0">
                  <a:moveTo>
                    <a:pt x="11971" y="1"/>
                  </a:moveTo>
                  <a:lnTo>
                    <a:pt x="11971" y="31591"/>
                  </a:lnTo>
                  <a:cubicBezTo>
                    <a:pt x="11971" y="32545"/>
                    <a:pt x="11184" y="33332"/>
                    <a:pt x="10173" y="33332"/>
                  </a:cubicBezTo>
                  <a:lnTo>
                    <a:pt x="1" y="33332"/>
                  </a:lnTo>
                  <a:lnTo>
                    <a:pt x="1" y="38562"/>
                  </a:lnTo>
                  <a:lnTo>
                    <a:pt x="10173" y="38562"/>
                  </a:lnTo>
                  <a:cubicBezTo>
                    <a:pt x="14053" y="38562"/>
                    <a:pt x="17143" y="35414"/>
                    <a:pt x="17143" y="31591"/>
                  </a:cubicBezTo>
                  <a:lnTo>
                    <a:pt x="17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6"/>
            <p:cNvSpPr/>
            <p:nvPr/>
          </p:nvSpPr>
          <p:spPr>
            <a:xfrm>
              <a:off x="1857405" y="2260814"/>
              <a:ext cx="386232" cy="345813"/>
            </a:xfrm>
            <a:custGeom>
              <a:avLst/>
              <a:gdLst/>
              <a:ahLst/>
              <a:cxnLst/>
              <a:rect l="l" t="t" r="r" b="b"/>
              <a:pathLst>
                <a:path w="17143" h="15349" extrusionOk="0">
                  <a:moveTo>
                    <a:pt x="11971" y="1"/>
                  </a:moveTo>
                  <a:lnTo>
                    <a:pt x="11971" y="8378"/>
                  </a:lnTo>
                  <a:cubicBezTo>
                    <a:pt x="11971" y="9332"/>
                    <a:pt x="11184" y="10119"/>
                    <a:pt x="10173" y="10119"/>
                  </a:cubicBezTo>
                  <a:lnTo>
                    <a:pt x="1" y="10119"/>
                  </a:lnTo>
                  <a:lnTo>
                    <a:pt x="1" y="15349"/>
                  </a:lnTo>
                  <a:lnTo>
                    <a:pt x="10173" y="15349"/>
                  </a:lnTo>
                  <a:cubicBezTo>
                    <a:pt x="14053" y="15349"/>
                    <a:pt x="17143" y="12201"/>
                    <a:pt x="17143" y="8378"/>
                  </a:cubicBezTo>
                  <a:lnTo>
                    <a:pt x="17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6"/>
            <p:cNvSpPr/>
            <p:nvPr/>
          </p:nvSpPr>
          <p:spPr>
            <a:xfrm>
              <a:off x="1785177" y="2357057"/>
              <a:ext cx="179857" cy="359691"/>
            </a:xfrm>
            <a:custGeom>
              <a:avLst/>
              <a:gdLst/>
              <a:ahLst/>
              <a:cxnLst/>
              <a:rect l="l" t="t" r="r" b="b"/>
              <a:pathLst>
                <a:path w="7983" h="15965" extrusionOk="0">
                  <a:moveTo>
                    <a:pt x="3994" y="1"/>
                  </a:moveTo>
                  <a:cubicBezTo>
                    <a:pt x="3823" y="1"/>
                    <a:pt x="3710" y="1"/>
                    <a:pt x="3544" y="59"/>
                  </a:cubicBezTo>
                  <a:cubicBezTo>
                    <a:pt x="2923" y="113"/>
                    <a:pt x="2307" y="338"/>
                    <a:pt x="1858" y="675"/>
                  </a:cubicBezTo>
                  <a:lnTo>
                    <a:pt x="1745" y="675"/>
                  </a:lnTo>
                  <a:cubicBezTo>
                    <a:pt x="1408" y="959"/>
                    <a:pt x="1012" y="1296"/>
                    <a:pt x="733" y="1687"/>
                  </a:cubicBezTo>
                  <a:cubicBezTo>
                    <a:pt x="675" y="1799"/>
                    <a:pt x="562" y="1970"/>
                    <a:pt x="509" y="2083"/>
                  </a:cubicBezTo>
                  <a:cubicBezTo>
                    <a:pt x="450" y="2137"/>
                    <a:pt x="450" y="2195"/>
                    <a:pt x="396" y="2249"/>
                  </a:cubicBezTo>
                  <a:lnTo>
                    <a:pt x="396" y="2308"/>
                  </a:lnTo>
                  <a:cubicBezTo>
                    <a:pt x="338" y="2362"/>
                    <a:pt x="338" y="2420"/>
                    <a:pt x="284" y="2474"/>
                  </a:cubicBezTo>
                  <a:lnTo>
                    <a:pt x="284" y="2586"/>
                  </a:lnTo>
                  <a:cubicBezTo>
                    <a:pt x="225" y="2645"/>
                    <a:pt x="225" y="2699"/>
                    <a:pt x="225" y="2757"/>
                  </a:cubicBezTo>
                  <a:cubicBezTo>
                    <a:pt x="171" y="2811"/>
                    <a:pt x="171" y="2924"/>
                    <a:pt x="113" y="2982"/>
                  </a:cubicBezTo>
                  <a:lnTo>
                    <a:pt x="113" y="3149"/>
                  </a:lnTo>
                  <a:cubicBezTo>
                    <a:pt x="113" y="3207"/>
                    <a:pt x="59" y="3261"/>
                    <a:pt x="59" y="3261"/>
                  </a:cubicBezTo>
                  <a:lnTo>
                    <a:pt x="59" y="3319"/>
                  </a:lnTo>
                  <a:lnTo>
                    <a:pt x="59" y="3486"/>
                  </a:lnTo>
                  <a:cubicBezTo>
                    <a:pt x="59" y="3598"/>
                    <a:pt x="59" y="3657"/>
                    <a:pt x="0" y="3711"/>
                  </a:cubicBezTo>
                  <a:lnTo>
                    <a:pt x="0" y="3994"/>
                  </a:lnTo>
                  <a:cubicBezTo>
                    <a:pt x="0" y="4160"/>
                    <a:pt x="0" y="4331"/>
                    <a:pt x="59" y="4498"/>
                  </a:cubicBezTo>
                  <a:cubicBezTo>
                    <a:pt x="59" y="4722"/>
                    <a:pt x="113" y="4947"/>
                    <a:pt x="171" y="5172"/>
                  </a:cubicBezTo>
                  <a:cubicBezTo>
                    <a:pt x="225" y="5285"/>
                    <a:pt x="284" y="5397"/>
                    <a:pt x="284" y="5455"/>
                  </a:cubicBezTo>
                  <a:lnTo>
                    <a:pt x="621" y="6130"/>
                  </a:lnTo>
                  <a:cubicBezTo>
                    <a:pt x="846" y="6467"/>
                    <a:pt x="1125" y="6746"/>
                    <a:pt x="1408" y="7029"/>
                  </a:cubicBezTo>
                  <a:cubicBezTo>
                    <a:pt x="1520" y="7142"/>
                    <a:pt x="1687" y="7254"/>
                    <a:pt x="1799" y="7308"/>
                  </a:cubicBezTo>
                  <a:lnTo>
                    <a:pt x="1858" y="7367"/>
                  </a:lnTo>
                  <a:cubicBezTo>
                    <a:pt x="1912" y="7421"/>
                    <a:pt x="1912" y="7421"/>
                    <a:pt x="1970" y="7421"/>
                  </a:cubicBezTo>
                  <a:cubicBezTo>
                    <a:pt x="1970" y="7479"/>
                    <a:pt x="1970" y="7479"/>
                    <a:pt x="2024" y="7533"/>
                  </a:cubicBezTo>
                  <a:cubicBezTo>
                    <a:pt x="2082" y="7645"/>
                    <a:pt x="2136" y="7816"/>
                    <a:pt x="2136" y="7983"/>
                  </a:cubicBezTo>
                  <a:cubicBezTo>
                    <a:pt x="2136" y="8095"/>
                    <a:pt x="2136" y="8207"/>
                    <a:pt x="2082" y="8266"/>
                  </a:cubicBezTo>
                  <a:cubicBezTo>
                    <a:pt x="2082" y="8378"/>
                    <a:pt x="2024" y="8432"/>
                    <a:pt x="1970" y="8545"/>
                  </a:cubicBezTo>
                  <a:cubicBezTo>
                    <a:pt x="1912" y="8545"/>
                    <a:pt x="1858" y="8603"/>
                    <a:pt x="1799" y="8657"/>
                  </a:cubicBezTo>
                  <a:cubicBezTo>
                    <a:pt x="1574" y="8770"/>
                    <a:pt x="1408" y="8940"/>
                    <a:pt x="1237" y="9107"/>
                  </a:cubicBezTo>
                  <a:lnTo>
                    <a:pt x="900" y="9444"/>
                  </a:lnTo>
                  <a:cubicBezTo>
                    <a:pt x="675" y="9781"/>
                    <a:pt x="450" y="10119"/>
                    <a:pt x="284" y="10514"/>
                  </a:cubicBezTo>
                  <a:cubicBezTo>
                    <a:pt x="284" y="10627"/>
                    <a:pt x="225" y="10681"/>
                    <a:pt x="171" y="10793"/>
                  </a:cubicBezTo>
                  <a:cubicBezTo>
                    <a:pt x="113" y="11018"/>
                    <a:pt x="59" y="11189"/>
                    <a:pt x="59" y="11414"/>
                  </a:cubicBezTo>
                  <a:cubicBezTo>
                    <a:pt x="0" y="11693"/>
                    <a:pt x="0" y="11976"/>
                    <a:pt x="0" y="12255"/>
                  </a:cubicBezTo>
                  <a:cubicBezTo>
                    <a:pt x="59" y="12313"/>
                    <a:pt x="59" y="12367"/>
                    <a:pt x="59" y="12480"/>
                  </a:cubicBezTo>
                  <a:lnTo>
                    <a:pt x="59" y="12704"/>
                  </a:lnTo>
                  <a:cubicBezTo>
                    <a:pt x="59" y="12704"/>
                    <a:pt x="113" y="12763"/>
                    <a:pt x="113" y="12817"/>
                  </a:cubicBezTo>
                  <a:cubicBezTo>
                    <a:pt x="171" y="13042"/>
                    <a:pt x="225" y="13213"/>
                    <a:pt x="284" y="13437"/>
                  </a:cubicBezTo>
                  <a:cubicBezTo>
                    <a:pt x="338" y="13491"/>
                    <a:pt x="338" y="13604"/>
                    <a:pt x="396" y="13662"/>
                  </a:cubicBezTo>
                  <a:cubicBezTo>
                    <a:pt x="509" y="13887"/>
                    <a:pt x="621" y="14112"/>
                    <a:pt x="733" y="14278"/>
                  </a:cubicBezTo>
                  <a:cubicBezTo>
                    <a:pt x="787" y="14337"/>
                    <a:pt x="846" y="14449"/>
                    <a:pt x="900" y="14503"/>
                  </a:cubicBezTo>
                  <a:lnTo>
                    <a:pt x="1071" y="14674"/>
                  </a:lnTo>
                  <a:lnTo>
                    <a:pt x="1237" y="14840"/>
                  </a:lnTo>
                  <a:lnTo>
                    <a:pt x="1408" y="15011"/>
                  </a:lnTo>
                  <a:cubicBezTo>
                    <a:pt x="1462" y="15065"/>
                    <a:pt x="1520" y="15065"/>
                    <a:pt x="1574" y="15124"/>
                  </a:cubicBezTo>
                  <a:lnTo>
                    <a:pt x="1633" y="15178"/>
                  </a:lnTo>
                  <a:cubicBezTo>
                    <a:pt x="1687" y="15236"/>
                    <a:pt x="1745" y="15236"/>
                    <a:pt x="1799" y="15290"/>
                  </a:cubicBezTo>
                  <a:lnTo>
                    <a:pt x="1858" y="15349"/>
                  </a:lnTo>
                  <a:cubicBezTo>
                    <a:pt x="2307" y="15627"/>
                    <a:pt x="2923" y="15852"/>
                    <a:pt x="3544" y="15965"/>
                  </a:cubicBezTo>
                  <a:lnTo>
                    <a:pt x="3994" y="15965"/>
                  </a:lnTo>
                  <a:cubicBezTo>
                    <a:pt x="4781" y="15965"/>
                    <a:pt x="5509" y="15740"/>
                    <a:pt x="6130" y="15349"/>
                  </a:cubicBezTo>
                  <a:lnTo>
                    <a:pt x="6184" y="15290"/>
                  </a:lnTo>
                  <a:cubicBezTo>
                    <a:pt x="6692" y="15011"/>
                    <a:pt x="7083" y="14562"/>
                    <a:pt x="7366" y="14112"/>
                  </a:cubicBezTo>
                  <a:cubicBezTo>
                    <a:pt x="7420" y="14053"/>
                    <a:pt x="7479" y="13941"/>
                    <a:pt x="7533" y="13887"/>
                  </a:cubicBezTo>
                  <a:cubicBezTo>
                    <a:pt x="7591" y="13716"/>
                    <a:pt x="7645" y="13604"/>
                    <a:pt x="7704" y="13437"/>
                  </a:cubicBezTo>
                  <a:cubicBezTo>
                    <a:pt x="7757" y="13379"/>
                    <a:pt x="7757" y="13325"/>
                    <a:pt x="7816" y="13213"/>
                  </a:cubicBezTo>
                  <a:cubicBezTo>
                    <a:pt x="7870" y="13042"/>
                    <a:pt x="7870" y="12929"/>
                    <a:pt x="7928" y="12763"/>
                  </a:cubicBezTo>
                  <a:cubicBezTo>
                    <a:pt x="7928" y="12650"/>
                    <a:pt x="7928" y="12592"/>
                    <a:pt x="7982" y="12480"/>
                  </a:cubicBezTo>
                  <a:lnTo>
                    <a:pt x="7982" y="12201"/>
                  </a:lnTo>
                  <a:lnTo>
                    <a:pt x="7982" y="11976"/>
                  </a:lnTo>
                  <a:cubicBezTo>
                    <a:pt x="7982" y="11468"/>
                    <a:pt x="7870" y="10964"/>
                    <a:pt x="7704" y="10514"/>
                  </a:cubicBezTo>
                  <a:cubicBezTo>
                    <a:pt x="7591" y="10119"/>
                    <a:pt x="7366" y="9781"/>
                    <a:pt x="7083" y="9444"/>
                  </a:cubicBezTo>
                  <a:cubicBezTo>
                    <a:pt x="6971" y="9332"/>
                    <a:pt x="6917" y="9219"/>
                    <a:pt x="6746" y="9107"/>
                  </a:cubicBezTo>
                  <a:cubicBezTo>
                    <a:pt x="6579" y="8940"/>
                    <a:pt x="6408" y="8770"/>
                    <a:pt x="6184" y="8657"/>
                  </a:cubicBezTo>
                  <a:cubicBezTo>
                    <a:pt x="6130" y="8603"/>
                    <a:pt x="6130" y="8545"/>
                    <a:pt x="6071" y="8545"/>
                  </a:cubicBezTo>
                  <a:cubicBezTo>
                    <a:pt x="5959" y="8378"/>
                    <a:pt x="5846" y="8207"/>
                    <a:pt x="5846" y="7983"/>
                  </a:cubicBezTo>
                  <a:cubicBezTo>
                    <a:pt x="5846" y="7870"/>
                    <a:pt x="5905" y="7816"/>
                    <a:pt x="5905" y="7704"/>
                  </a:cubicBezTo>
                  <a:cubicBezTo>
                    <a:pt x="5959" y="7645"/>
                    <a:pt x="5959" y="7591"/>
                    <a:pt x="6017" y="7533"/>
                  </a:cubicBezTo>
                  <a:cubicBezTo>
                    <a:pt x="6071" y="7421"/>
                    <a:pt x="6130" y="7367"/>
                    <a:pt x="6184" y="7308"/>
                  </a:cubicBezTo>
                  <a:cubicBezTo>
                    <a:pt x="6633" y="7029"/>
                    <a:pt x="6971" y="6692"/>
                    <a:pt x="7254" y="6296"/>
                  </a:cubicBezTo>
                  <a:cubicBezTo>
                    <a:pt x="7704" y="5680"/>
                    <a:pt x="7982" y="4835"/>
                    <a:pt x="7982" y="3994"/>
                  </a:cubicBezTo>
                  <a:lnTo>
                    <a:pt x="7982" y="3769"/>
                  </a:lnTo>
                  <a:cubicBezTo>
                    <a:pt x="7982" y="3486"/>
                    <a:pt x="7928" y="3261"/>
                    <a:pt x="7870" y="2982"/>
                  </a:cubicBezTo>
                  <a:cubicBezTo>
                    <a:pt x="7870" y="2924"/>
                    <a:pt x="7816" y="2811"/>
                    <a:pt x="7816" y="2757"/>
                  </a:cubicBezTo>
                  <a:cubicBezTo>
                    <a:pt x="7533" y="1858"/>
                    <a:pt x="6917" y="1125"/>
                    <a:pt x="6184" y="621"/>
                  </a:cubicBezTo>
                  <a:lnTo>
                    <a:pt x="6130" y="621"/>
                  </a:lnTo>
                  <a:cubicBezTo>
                    <a:pt x="5509" y="226"/>
                    <a:pt x="4781" y="1"/>
                    <a:pt x="3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6"/>
            <p:cNvSpPr/>
            <p:nvPr/>
          </p:nvSpPr>
          <p:spPr>
            <a:xfrm>
              <a:off x="944306" y="1880910"/>
              <a:ext cx="181164" cy="1313364"/>
            </a:xfrm>
            <a:custGeom>
              <a:avLst/>
              <a:gdLst/>
              <a:ahLst/>
              <a:cxnLst/>
              <a:rect l="l" t="t" r="r" b="b"/>
              <a:pathLst>
                <a:path w="8041" h="58294" extrusionOk="0">
                  <a:moveTo>
                    <a:pt x="8041" y="0"/>
                  </a:moveTo>
                  <a:cubicBezTo>
                    <a:pt x="6633" y="1408"/>
                    <a:pt x="5396" y="3036"/>
                    <a:pt x="4497" y="4893"/>
                  </a:cubicBezTo>
                  <a:cubicBezTo>
                    <a:pt x="2082" y="9727"/>
                    <a:pt x="1070" y="15236"/>
                    <a:pt x="450" y="20574"/>
                  </a:cubicBezTo>
                  <a:cubicBezTo>
                    <a:pt x="171" y="22993"/>
                    <a:pt x="0" y="25520"/>
                    <a:pt x="0" y="27993"/>
                  </a:cubicBezTo>
                  <a:cubicBezTo>
                    <a:pt x="0" y="33052"/>
                    <a:pt x="621" y="38170"/>
                    <a:pt x="1633" y="43116"/>
                  </a:cubicBezTo>
                  <a:cubicBezTo>
                    <a:pt x="1857" y="44182"/>
                    <a:pt x="2082" y="45252"/>
                    <a:pt x="2361" y="46318"/>
                  </a:cubicBezTo>
                  <a:cubicBezTo>
                    <a:pt x="2532" y="46880"/>
                    <a:pt x="2644" y="47442"/>
                    <a:pt x="2811" y="48005"/>
                  </a:cubicBezTo>
                  <a:cubicBezTo>
                    <a:pt x="3148" y="50087"/>
                    <a:pt x="3769" y="52052"/>
                    <a:pt x="4722" y="53850"/>
                  </a:cubicBezTo>
                  <a:cubicBezTo>
                    <a:pt x="5621" y="55483"/>
                    <a:pt x="6746" y="56998"/>
                    <a:pt x="8041" y="58293"/>
                  </a:cubicBezTo>
                  <a:lnTo>
                    <a:pt x="80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6"/>
            <p:cNvSpPr/>
            <p:nvPr/>
          </p:nvSpPr>
          <p:spPr>
            <a:xfrm>
              <a:off x="1916882" y="2767374"/>
              <a:ext cx="514180" cy="854901"/>
            </a:xfrm>
            <a:custGeom>
              <a:avLst/>
              <a:gdLst/>
              <a:ahLst/>
              <a:cxnLst/>
              <a:rect l="l" t="t" r="r" b="b"/>
              <a:pathLst>
                <a:path w="22822" h="37945" extrusionOk="0">
                  <a:moveTo>
                    <a:pt x="10177" y="0"/>
                  </a:moveTo>
                  <a:cubicBezTo>
                    <a:pt x="4556" y="0"/>
                    <a:pt x="0" y="4609"/>
                    <a:pt x="0" y="10230"/>
                  </a:cubicBezTo>
                  <a:lnTo>
                    <a:pt x="0" y="37945"/>
                  </a:lnTo>
                  <a:lnTo>
                    <a:pt x="5172" y="37945"/>
                  </a:lnTo>
                  <a:lnTo>
                    <a:pt x="5172" y="10230"/>
                  </a:lnTo>
                  <a:cubicBezTo>
                    <a:pt x="5172" y="7478"/>
                    <a:pt x="7420" y="5230"/>
                    <a:pt x="10177" y="5230"/>
                  </a:cubicBezTo>
                  <a:lnTo>
                    <a:pt x="22822" y="5230"/>
                  </a:lnTo>
                  <a:lnTo>
                    <a:pt x="228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6"/>
            <p:cNvSpPr/>
            <p:nvPr/>
          </p:nvSpPr>
          <p:spPr>
            <a:xfrm>
              <a:off x="1916882" y="2767374"/>
              <a:ext cx="399006" cy="325536"/>
            </a:xfrm>
            <a:custGeom>
              <a:avLst/>
              <a:gdLst/>
              <a:ahLst/>
              <a:cxnLst/>
              <a:rect l="l" t="t" r="r" b="b"/>
              <a:pathLst>
                <a:path w="17710" h="14449" extrusionOk="0">
                  <a:moveTo>
                    <a:pt x="10177" y="0"/>
                  </a:moveTo>
                  <a:cubicBezTo>
                    <a:pt x="4556" y="0"/>
                    <a:pt x="0" y="4609"/>
                    <a:pt x="0" y="10230"/>
                  </a:cubicBezTo>
                  <a:lnTo>
                    <a:pt x="0" y="14449"/>
                  </a:lnTo>
                  <a:lnTo>
                    <a:pt x="5172" y="14449"/>
                  </a:lnTo>
                  <a:lnTo>
                    <a:pt x="5172" y="10230"/>
                  </a:lnTo>
                  <a:cubicBezTo>
                    <a:pt x="5172" y="7478"/>
                    <a:pt x="7420" y="5230"/>
                    <a:pt x="10177" y="5230"/>
                  </a:cubicBezTo>
                  <a:lnTo>
                    <a:pt x="17709" y="5230"/>
                  </a:lnTo>
                  <a:lnTo>
                    <a:pt x="177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6"/>
            <p:cNvSpPr/>
            <p:nvPr/>
          </p:nvSpPr>
          <p:spPr>
            <a:xfrm>
              <a:off x="2352502" y="2054427"/>
              <a:ext cx="873871" cy="1542562"/>
            </a:xfrm>
            <a:custGeom>
              <a:avLst/>
              <a:gdLst/>
              <a:ahLst/>
              <a:cxnLst/>
              <a:rect l="l" t="t" r="r" b="b"/>
              <a:pathLst>
                <a:path w="38787" h="68467" extrusionOk="0">
                  <a:moveTo>
                    <a:pt x="18027" y="0"/>
                  </a:moveTo>
                  <a:cubicBezTo>
                    <a:pt x="17958" y="0"/>
                    <a:pt x="17890" y="1"/>
                    <a:pt x="17822" y="2"/>
                  </a:cubicBezTo>
                  <a:cubicBezTo>
                    <a:pt x="10569" y="2"/>
                    <a:pt x="4219" y="4498"/>
                    <a:pt x="1462" y="10848"/>
                  </a:cubicBezTo>
                  <a:cubicBezTo>
                    <a:pt x="675" y="12759"/>
                    <a:pt x="172" y="14841"/>
                    <a:pt x="59" y="17031"/>
                  </a:cubicBezTo>
                  <a:cubicBezTo>
                    <a:pt x="1" y="18776"/>
                    <a:pt x="172" y="20404"/>
                    <a:pt x="509" y="21978"/>
                  </a:cubicBezTo>
                  <a:lnTo>
                    <a:pt x="563" y="21978"/>
                  </a:lnTo>
                  <a:lnTo>
                    <a:pt x="563" y="22036"/>
                  </a:lnTo>
                  <a:cubicBezTo>
                    <a:pt x="621" y="22427"/>
                    <a:pt x="734" y="22765"/>
                    <a:pt x="846" y="23160"/>
                  </a:cubicBezTo>
                  <a:cubicBezTo>
                    <a:pt x="900" y="23273"/>
                    <a:pt x="959" y="23385"/>
                    <a:pt x="959" y="23498"/>
                  </a:cubicBezTo>
                  <a:cubicBezTo>
                    <a:pt x="1238" y="24339"/>
                    <a:pt x="1575" y="25126"/>
                    <a:pt x="1971" y="25913"/>
                  </a:cubicBezTo>
                  <a:cubicBezTo>
                    <a:pt x="2533" y="27037"/>
                    <a:pt x="3207" y="28049"/>
                    <a:pt x="3994" y="29006"/>
                  </a:cubicBezTo>
                  <a:cubicBezTo>
                    <a:pt x="4107" y="29119"/>
                    <a:pt x="4161" y="29231"/>
                    <a:pt x="4273" y="29344"/>
                  </a:cubicBezTo>
                  <a:cubicBezTo>
                    <a:pt x="4273" y="29398"/>
                    <a:pt x="4273" y="29398"/>
                    <a:pt x="4331" y="29456"/>
                  </a:cubicBezTo>
                  <a:cubicBezTo>
                    <a:pt x="4444" y="29568"/>
                    <a:pt x="4498" y="29735"/>
                    <a:pt x="4610" y="29847"/>
                  </a:cubicBezTo>
                  <a:cubicBezTo>
                    <a:pt x="4669" y="30018"/>
                    <a:pt x="4781" y="30185"/>
                    <a:pt x="4835" y="30297"/>
                  </a:cubicBezTo>
                  <a:cubicBezTo>
                    <a:pt x="4947" y="30468"/>
                    <a:pt x="5006" y="30634"/>
                    <a:pt x="5060" y="30747"/>
                  </a:cubicBezTo>
                  <a:cubicBezTo>
                    <a:pt x="6072" y="32941"/>
                    <a:pt x="6130" y="35414"/>
                    <a:pt x="5172" y="37550"/>
                  </a:cubicBezTo>
                  <a:cubicBezTo>
                    <a:pt x="5172" y="37604"/>
                    <a:pt x="5172" y="37663"/>
                    <a:pt x="5118" y="37717"/>
                  </a:cubicBezTo>
                  <a:lnTo>
                    <a:pt x="5118" y="37775"/>
                  </a:lnTo>
                  <a:cubicBezTo>
                    <a:pt x="5060" y="37888"/>
                    <a:pt x="5006" y="38000"/>
                    <a:pt x="4894" y="38113"/>
                  </a:cubicBezTo>
                  <a:lnTo>
                    <a:pt x="4894" y="38167"/>
                  </a:lnTo>
                  <a:cubicBezTo>
                    <a:pt x="4835" y="38279"/>
                    <a:pt x="4723" y="38450"/>
                    <a:pt x="4669" y="38562"/>
                  </a:cubicBezTo>
                  <a:cubicBezTo>
                    <a:pt x="4556" y="38675"/>
                    <a:pt x="4498" y="38841"/>
                    <a:pt x="4385" y="38953"/>
                  </a:cubicBezTo>
                  <a:cubicBezTo>
                    <a:pt x="4273" y="39066"/>
                    <a:pt x="4161" y="39237"/>
                    <a:pt x="4107" y="39349"/>
                  </a:cubicBezTo>
                  <a:cubicBezTo>
                    <a:pt x="3936" y="39516"/>
                    <a:pt x="3769" y="39740"/>
                    <a:pt x="3657" y="39911"/>
                  </a:cubicBezTo>
                  <a:cubicBezTo>
                    <a:pt x="3598" y="39911"/>
                    <a:pt x="3598" y="39965"/>
                    <a:pt x="3598" y="39965"/>
                  </a:cubicBezTo>
                  <a:cubicBezTo>
                    <a:pt x="3486" y="40078"/>
                    <a:pt x="3432" y="40249"/>
                    <a:pt x="3320" y="40361"/>
                  </a:cubicBezTo>
                  <a:cubicBezTo>
                    <a:pt x="3207" y="40527"/>
                    <a:pt x="3095" y="40698"/>
                    <a:pt x="2982" y="40811"/>
                  </a:cubicBezTo>
                  <a:cubicBezTo>
                    <a:pt x="2924" y="40923"/>
                    <a:pt x="2924" y="40977"/>
                    <a:pt x="2870" y="41036"/>
                  </a:cubicBezTo>
                  <a:cubicBezTo>
                    <a:pt x="2811" y="41089"/>
                    <a:pt x="2757" y="41202"/>
                    <a:pt x="2699" y="41260"/>
                  </a:cubicBezTo>
                  <a:cubicBezTo>
                    <a:pt x="2645" y="41427"/>
                    <a:pt x="2533" y="41539"/>
                    <a:pt x="2474" y="41652"/>
                  </a:cubicBezTo>
                  <a:lnTo>
                    <a:pt x="2137" y="42326"/>
                  </a:lnTo>
                  <a:cubicBezTo>
                    <a:pt x="2025" y="42439"/>
                    <a:pt x="1971" y="42551"/>
                    <a:pt x="1912" y="42722"/>
                  </a:cubicBezTo>
                  <a:cubicBezTo>
                    <a:pt x="1746" y="43059"/>
                    <a:pt x="1521" y="43450"/>
                    <a:pt x="1350" y="43900"/>
                  </a:cubicBezTo>
                  <a:cubicBezTo>
                    <a:pt x="1296" y="44125"/>
                    <a:pt x="1184" y="44296"/>
                    <a:pt x="1125" y="44521"/>
                  </a:cubicBezTo>
                  <a:cubicBezTo>
                    <a:pt x="1125" y="44575"/>
                    <a:pt x="1071" y="44633"/>
                    <a:pt x="1071" y="44633"/>
                  </a:cubicBezTo>
                  <a:cubicBezTo>
                    <a:pt x="1013" y="44799"/>
                    <a:pt x="1013" y="44912"/>
                    <a:pt x="959" y="45024"/>
                  </a:cubicBezTo>
                  <a:cubicBezTo>
                    <a:pt x="900" y="45137"/>
                    <a:pt x="900" y="45249"/>
                    <a:pt x="846" y="45362"/>
                  </a:cubicBezTo>
                  <a:cubicBezTo>
                    <a:pt x="846" y="45420"/>
                    <a:pt x="788" y="45532"/>
                    <a:pt x="788" y="45645"/>
                  </a:cubicBezTo>
                  <a:cubicBezTo>
                    <a:pt x="675" y="45924"/>
                    <a:pt x="621" y="46207"/>
                    <a:pt x="509" y="46486"/>
                  </a:cubicBezTo>
                  <a:cubicBezTo>
                    <a:pt x="509" y="46657"/>
                    <a:pt x="451" y="46823"/>
                    <a:pt x="397" y="46994"/>
                  </a:cubicBezTo>
                  <a:cubicBezTo>
                    <a:pt x="397" y="47160"/>
                    <a:pt x="338" y="47273"/>
                    <a:pt x="338" y="47444"/>
                  </a:cubicBezTo>
                  <a:cubicBezTo>
                    <a:pt x="284" y="47781"/>
                    <a:pt x="226" y="48172"/>
                    <a:pt x="172" y="48568"/>
                  </a:cubicBezTo>
                  <a:cubicBezTo>
                    <a:pt x="172" y="48734"/>
                    <a:pt x="113" y="48905"/>
                    <a:pt x="113" y="49071"/>
                  </a:cubicBezTo>
                  <a:cubicBezTo>
                    <a:pt x="113" y="49242"/>
                    <a:pt x="113" y="49409"/>
                    <a:pt x="59" y="49580"/>
                  </a:cubicBezTo>
                  <a:lnTo>
                    <a:pt x="59" y="50142"/>
                  </a:lnTo>
                  <a:lnTo>
                    <a:pt x="59" y="50645"/>
                  </a:lnTo>
                  <a:lnTo>
                    <a:pt x="59" y="51041"/>
                  </a:lnTo>
                  <a:lnTo>
                    <a:pt x="59" y="51432"/>
                  </a:lnTo>
                  <a:cubicBezTo>
                    <a:pt x="59" y="51716"/>
                    <a:pt x="113" y="51994"/>
                    <a:pt x="113" y="52278"/>
                  </a:cubicBezTo>
                  <a:cubicBezTo>
                    <a:pt x="172" y="52557"/>
                    <a:pt x="172" y="52781"/>
                    <a:pt x="226" y="53065"/>
                  </a:cubicBezTo>
                  <a:cubicBezTo>
                    <a:pt x="338" y="54076"/>
                    <a:pt x="563" y="55088"/>
                    <a:pt x="900" y="56042"/>
                  </a:cubicBezTo>
                  <a:cubicBezTo>
                    <a:pt x="900" y="56154"/>
                    <a:pt x="959" y="56266"/>
                    <a:pt x="1013" y="56379"/>
                  </a:cubicBezTo>
                  <a:cubicBezTo>
                    <a:pt x="1013" y="56550"/>
                    <a:pt x="1071" y="56662"/>
                    <a:pt x="1125" y="56775"/>
                  </a:cubicBezTo>
                  <a:lnTo>
                    <a:pt x="1462" y="57616"/>
                  </a:lnTo>
                  <a:cubicBezTo>
                    <a:pt x="4203" y="63985"/>
                    <a:pt x="10493" y="68467"/>
                    <a:pt x="17803" y="68467"/>
                  </a:cubicBezTo>
                  <a:cubicBezTo>
                    <a:pt x="17847" y="68467"/>
                    <a:pt x="17891" y="68467"/>
                    <a:pt x="17934" y="68466"/>
                  </a:cubicBezTo>
                  <a:cubicBezTo>
                    <a:pt x="22710" y="68466"/>
                    <a:pt x="27095" y="66555"/>
                    <a:pt x="30301" y="63407"/>
                  </a:cubicBezTo>
                  <a:cubicBezTo>
                    <a:pt x="31650" y="62112"/>
                    <a:pt x="32774" y="60597"/>
                    <a:pt x="33674" y="58965"/>
                  </a:cubicBezTo>
                  <a:cubicBezTo>
                    <a:pt x="34573" y="57166"/>
                    <a:pt x="35247" y="55201"/>
                    <a:pt x="35526" y="53119"/>
                  </a:cubicBezTo>
                  <a:cubicBezTo>
                    <a:pt x="35697" y="52557"/>
                    <a:pt x="35864" y="51994"/>
                    <a:pt x="35976" y="51432"/>
                  </a:cubicBezTo>
                  <a:cubicBezTo>
                    <a:pt x="36259" y="50367"/>
                    <a:pt x="36538" y="49355"/>
                    <a:pt x="36763" y="48284"/>
                  </a:cubicBezTo>
                  <a:cubicBezTo>
                    <a:pt x="38283" y="40865"/>
                    <a:pt x="38787" y="33166"/>
                    <a:pt x="37946" y="25688"/>
                  </a:cubicBezTo>
                  <a:cubicBezTo>
                    <a:pt x="37325" y="20404"/>
                    <a:pt x="36313" y="14841"/>
                    <a:pt x="33898" y="10007"/>
                  </a:cubicBezTo>
                  <a:cubicBezTo>
                    <a:pt x="32999" y="8208"/>
                    <a:pt x="31762" y="6522"/>
                    <a:pt x="30301" y="5114"/>
                  </a:cubicBezTo>
                  <a:cubicBezTo>
                    <a:pt x="27030" y="1959"/>
                    <a:pt x="22672" y="0"/>
                    <a:pt x="18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6"/>
            <p:cNvSpPr/>
            <p:nvPr/>
          </p:nvSpPr>
          <p:spPr>
            <a:xfrm>
              <a:off x="2237311" y="2734437"/>
              <a:ext cx="376116" cy="183710"/>
            </a:xfrm>
            <a:custGeom>
              <a:avLst/>
              <a:gdLst/>
              <a:ahLst/>
              <a:cxnLst/>
              <a:rect l="l" t="t" r="r" b="b"/>
              <a:pathLst>
                <a:path w="16694" h="8154" extrusionOk="0">
                  <a:moveTo>
                    <a:pt x="1" y="1"/>
                  </a:moveTo>
                  <a:lnTo>
                    <a:pt x="1" y="8153"/>
                  </a:lnTo>
                  <a:lnTo>
                    <a:pt x="16693" y="8153"/>
                  </a:lnTo>
                  <a:lnTo>
                    <a:pt x="166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6"/>
            <p:cNvSpPr/>
            <p:nvPr/>
          </p:nvSpPr>
          <p:spPr>
            <a:xfrm>
              <a:off x="2353831" y="2904124"/>
              <a:ext cx="469818" cy="448347"/>
            </a:xfrm>
            <a:custGeom>
              <a:avLst/>
              <a:gdLst/>
              <a:ahLst/>
              <a:cxnLst/>
              <a:rect l="l" t="t" r="r" b="b"/>
              <a:pathLst>
                <a:path w="20853" h="19900" extrusionOk="0">
                  <a:moveTo>
                    <a:pt x="5059" y="1"/>
                  </a:moveTo>
                  <a:cubicBezTo>
                    <a:pt x="4776" y="563"/>
                    <a:pt x="4439" y="1125"/>
                    <a:pt x="4048" y="1633"/>
                  </a:cubicBezTo>
                  <a:cubicBezTo>
                    <a:pt x="1516" y="4723"/>
                    <a:pt x="0" y="8657"/>
                    <a:pt x="0" y="12929"/>
                  </a:cubicBezTo>
                  <a:cubicBezTo>
                    <a:pt x="0" y="15403"/>
                    <a:pt x="504" y="17763"/>
                    <a:pt x="1403" y="19900"/>
                  </a:cubicBezTo>
                  <a:lnTo>
                    <a:pt x="3598" y="19900"/>
                  </a:lnTo>
                  <a:cubicBezTo>
                    <a:pt x="10959" y="19900"/>
                    <a:pt x="17255" y="15403"/>
                    <a:pt x="19953" y="9053"/>
                  </a:cubicBezTo>
                  <a:cubicBezTo>
                    <a:pt x="20852" y="6917"/>
                    <a:pt x="20290" y="4444"/>
                    <a:pt x="18662" y="2757"/>
                  </a:cubicBezTo>
                  <a:cubicBezTo>
                    <a:pt x="16918" y="1013"/>
                    <a:pt x="14557" y="1"/>
                    <a:pt x="12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6"/>
            <p:cNvSpPr/>
            <p:nvPr/>
          </p:nvSpPr>
          <p:spPr>
            <a:xfrm>
              <a:off x="2412091" y="2944653"/>
              <a:ext cx="29086" cy="41861"/>
            </a:xfrm>
            <a:custGeom>
              <a:avLst/>
              <a:gdLst/>
              <a:ahLst/>
              <a:cxnLst/>
              <a:rect l="l" t="t" r="r" b="b"/>
              <a:pathLst>
                <a:path w="1291" h="1858" extrusionOk="0">
                  <a:moveTo>
                    <a:pt x="1291" y="1"/>
                  </a:moveTo>
                  <a:cubicBezTo>
                    <a:pt x="1066" y="338"/>
                    <a:pt x="787" y="621"/>
                    <a:pt x="562" y="958"/>
                  </a:cubicBezTo>
                  <a:lnTo>
                    <a:pt x="616" y="958"/>
                  </a:lnTo>
                  <a:cubicBezTo>
                    <a:pt x="675" y="846"/>
                    <a:pt x="729" y="788"/>
                    <a:pt x="787" y="734"/>
                  </a:cubicBezTo>
                  <a:cubicBezTo>
                    <a:pt x="787" y="675"/>
                    <a:pt x="841" y="621"/>
                    <a:pt x="841" y="621"/>
                  </a:cubicBezTo>
                  <a:cubicBezTo>
                    <a:pt x="953" y="450"/>
                    <a:pt x="1124" y="284"/>
                    <a:pt x="1237" y="113"/>
                  </a:cubicBezTo>
                  <a:cubicBezTo>
                    <a:pt x="1237" y="59"/>
                    <a:pt x="1291" y="59"/>
                    <a:pt x="1291" y="1"/>
                  </a:cubicBezTo>
                  <a:close/>
                  <a:moveTo>
                    <a:pt x="504" y="1071"/>
                  </a:moveTo>
                  <a:cubicBezTo>
                    <a:pt x="337" y="1350"/>
                    <a:pt x="166" y="1633"/>
                    <a:pt x="0" y="1858"/>
                  </a:cubicBezTo>
                  <a:cubicBezTo>
                    <a:pt x="166" y="1633"/>
                    <a:pt x="337" y="1350"/>
                    <a:pt x="504" y="1125"/>
                  </a:cubicBezTo>
                  <a:lnTo>
                    <a:pt x="504" y="1071"/>
                  </a:lnTo>
                  <a:close/>
                </a:path>
              </a:pathLst>
            </a:custGeom>
            <a:solidFill>
              <a:srgbClr val="DAA4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6"/>
            <p:cNvSpPr/>
            <p:nvPr/>
          </p:nvSpPr>
          <p:spPr>
            <a:xfrm>
              <a:off x="2423423" y="2940913"/>
              <a:ext cx="21606" cy="29086"/>
            </a:xfrm>
            <a:custGeom>
              <a:avLst/>
              <a:gdLst/>
              <a:ahLst/>
              <a:cxnLst/>
              <a:rect l="l" t="t" r="r" b="b"/>
              <a:pathLst>
                <a:path w="959" h="1291" extrusionOk="0">
                  <a:moveTo>
                    <a:pt x="959" y="0"/>
                  </a:moveTo>
                  <a:lnTo>
                    <a:pt x="788" y="167"/>
                  </a:lnTo>
                  <a:cubicBezTo>
                    <a:pt x="788" y="177"/>
                    <a:pt x="786" y="186"/>
                    <a:pt x="783" y="193"/>
                  </a:cubicBezTo>
                  <a:lnTo>
                    <a:pt x="783" y="193"/>
                  </a:lnTo>
                  <a:cubicBezTo>
                    <a:pt x="826" y="130"/>
                    <a:pt x="879" y="80"/>
                    <a:pt x="959" y="0"/>
                  </a:cubicBezTo>
                  <a:close/>
                  <a:moveTo>
                    <a:pt x="783" y="193"/>
                  </a:moveTo>
                  <a:cubicBezTo>
                    <a:pt x="778" y="201"/>
                    <a:pt x="772" y="209"/>
                    <a:pt x="767" y="218"/>
                  </a:cubicBezTo>
                  <a:lnTo>
                    <a:pt x="767" y="218"/>
                  </a:lnTo>
                  <a:cubicBezTo>
                    <a:pt x="773" y="211"/>
                    <a:pt x="779" y="203"/>
                    <a:pt x="783" y="193"/>
                  </a:cubicBezTo>
                  <a:close/>
                  <a:moveTo>
                    <a:pt x="767" y="218"/>
                  </a:moveTo>
                  <a:lnTo>
                    <a:pt x="767" y="218"/>
                  </a:lnTo>
                  <a:cubicBezTo>
                    <a:pt x="752" y="235"/>
                    <a:pt x="734" y="248"/>
                    <a:pt x="734" y="279"/>
                  </a:cubicBezTo>
                  <a:cubicBezTo>
                    <a:pt x="744" y="257"/>
                    <a:pt x="755" y="237"/>
                    <a:pt x="767" y="218"/>
                  </a:cubicBezTo>
                  <a:close/>
                  <a:moveTo>
                    <a:pt x="59" y="1124"/>
                  </a:moveTo>
                  <a:cubicBezTo>
                    <a:pt x="59" y="1178"/>
                    <a:pt x="1" y="1237"/>
                    <a:pt x="1" y="1237"/>
                  </a:cubicBezTo>
                  <a:lnTo>
                    <a:pt x="1" y="1291"/>
                  </a:lnTo>
                  <a:cubicBezTo>
                    <a:pt x="1" y="1237"/>
                    <a:pt x="59" y="1178"/>
                    <a:pt x="113" y="1124"/>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6"/>
            <p:cNvSpPr/>
            <p:nvPr/>
          </p:nvSpPr>
          <p:spPr>
            <a:xfrm>
              <a:off x="2466476" y="2900384"/>
              <a:ext cx="44407" cy="7615"/>
            </a:xfrm>
            <a:custGeom>
              <a:avLst/>
              <a:gdLst/>
              <a:ahLst/>
              <a:cxnLst/>
              <a:rect l="l" t="t" r="r" b="b"/>
              <a:pathLst>
                <a:path w="1971" h="338" extrusionOk="0">
                  <a:moveTo>
                    <a:pt x="113" y="0"/>
                  </a:moveTo>
                  <a:cubicBezTo>
                    <a:pt x="113" y="56"/>
                    <a:pt x="100" y="111"/>
                    <a:pt x="80" y="167"/>
                  </a:cubicBezTo>
                  <a:lnTo>
                    <a:pt x="1971" y="167"/>
                  </a:lnTo>
                  <a:lnTo>
                    <a:pt x="113" y="0"/>
                  </a:lnTo>
                  <a:close/>
                  <a:moveTo>
                    <a:pt x="59" y="167"/>
                  </a:moveTo>
                  <a:cubicBezTo>
                    <a:pt x="59" y="225"/>
                    <a:pt x="1" y="279"/>
                    <a:pt x="1" y="338"/>
                  </a:cubicBezTo>
                  <a:cubicBezTo>
                    <a:pt x="31" y="281"/>
                    <a:pt x="59" y="224"/>
                    <a:pt x="80" y="167"/>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6"/>
            <p:cNvSpPr/>
            <p:nvPr/>
          </p:nvSpPr>
          <p:spPr>
            <a:xfrm>
              <a:off x="2363969" y="2904124"/>
              <a:ext cx="443255" cy="197588"/>
            </a:xfrm>
            <a:custGeom>
              <a:avLst/>
              <a:gdLst/>
              <a:ahLst/>
              <a:cxnLst/>
              <a:rect l="l" t="t" r="r" b="b"/>
              <a:pathLst>
                <a:path w="19674" h="8770" extrusionOk="0">
                  <a:moveTo>
                    <a:pt x="4609" y="1"/>
                  </a:moveTo>
                  <a:cubicBezTo>
                    <a:pt x="4609" y="59"/>
                    <a:pt x="4551" y="113"/>
                    <a:pt x="4551" y="172"/>
                  </a:cubicBezTo>
                  <a:cubicBezTo>
                    <a:pt x="4326" y="563"/>
                    <a:pt x="4101" y="959"/>
                    <a:pt x="3822" y="1350"/>
                  </a:cubicBezTo>
                  <a:cubicBezTo>
                    <a:pt x="3710" y="1462"/>
                    <a:pt x="3652" y="1521"/>
                    <a:pt x="3598" y="1633"/>
                  </a:cubicBezTo>
                  <a:cubicBezTo>
                    <a:pt x="3485" y="1746"/>
                    <a:pt x="3427" y="1800"/>
                    <a:pt x="3373" y="1912"/>
                  </a:cubicBezTo>
                  <a:cubicBezTo>
                    <a:pt x="3260" y="2083"/>
                    <a:pt x="3089" y="2249"/>
                    <a:pt x="2977" y="2420"/>
                  </a:cubicBezTo>
                  <a:cubicBezTo>
                    <a:pt x="2977" y="2420"/>
                    <a:pt x="2923" y="2474"/>
                    <a:pt x="2923" y="2533"/>
                  </a:cubicBezTo>
                  <a:cubicBezTo>
                    <a:pt x="2865" y="2587"/>
                    <a:pt x="2811" y="2645"/>
                    <a:pt x="2752" y="2757"/>
                  </a:cubicBezTo>
                  <a:cubicBezTo>
                    <a:pt x="2698" y="2811"/>
                    <a:pt x="2640" y="2870"/>
                    <a:pt x="2640" y="2924"/>
                  </a:cubicBezTo>
                  <a:cubicBezTo>
                    <a:pt x="2473" y="3149"/>
                    <a:pt x="2302" y="3432"/>
                    <a:pt x="2136" y="3657"/>
                  </a:cubicBezTo>
                  <a:cubicBezTo>
                    <a:pt x="2078" y="3711"/>
                    <a:pt x="2078" y="3769"/>
                    <a:pt x="2078" y="3769"/>
                  </a:cubicBezTo>
                  <a:cubicBezTo>
                    <a:pt x="2078" y="3823"/>
                    <a:pt x="2078" y="3823"/>
                    <a:pt x="2024" y="3823"/>
                  </a:cubicBezTo>
                  <a:cubicBezTo>
                    <a:pt x="1124" y="5343"/>
                    <a:pt x="450" y="7029"/>
                    <a:pt x="0" y="8770"/>
                  </a:cubicBezTo>
                  <a:lnTo>
                    <a:pt x="18941" y="8770"/>
                  </a:lnTo>
                  <a:lnTo>
                    <a:pt x="19674" y="8208"/>
                  </a:lnTo>
                  <a:lnTo>
                    <a:pt x="19562" y="5456"/>
                  </a:lnTo>
                  <a:lnTo>
                    <a:pt x="17538" y="2533"/>
                  </a:lnTo>
                  <a:lnTo>
                    <a:pt x="14615" y="788"/>
                  </a:lnTo>
                  <a:lnTo>
                    <a:pt x="65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6"/>
            <p:cNvSpPr/>
            <p:nvPr/>
          </p:nvSpPr>
          <p:spPr>
            <a:xfrm>
              <a:off x="2349978" y="2298797"/>
              <a:ext cx="473671" cy="448347"/>
            </a:xfrm>
            <a:custGeom>
              <a:avLst/>
              <a:gdLst/>
              <a:ahLst/>
              <a:cxnLst/>
              <a:rect l="l" t="t" r="r" b="b"/>
              <a:pathLst>
                <a:path w="21024" h="19900" extrusionOk="0">
                  <a:moveTo>
                    <a:pt x="1574" y="1"/>
                  </a:moveTo>
                  <a:cubicBezTo>
                    <a:pt x="787" y="1912"/>
                    <a:pt x="284" y="3994"/>
                    <a:pt x="171" y="6184"/>
                  </a:cubicBezTo>
                  <a:cubicBezTo>
                    <a:pt x="0" y="10740"/>
                    <a:pt x="1520" y="14953"/>
                    <a:pt x="4106" y="18159"/>
                  </a:cubicBezTo>
                  <a:cubicBezTo>
                    <a:pt x="4556" y="18721"/>
                    <a:pt x="4893" y="19284"/>
                    <a:pt x="5172" y="19900"/>
                  </a:cubicBezTo>
                  <a:lnTo>
                    <a:pt x="12254" y="19900"/>
                  </a:lnTo>
                  <a:cubicBezTo>
                    <a:pt x="14728" y="19900"/>
                    <a:pt x="17089" y="18946"/>
                    <a:pt x="18833" y="17148"/>
                  </a:cubicBezTo>
                  <a:cubicBezTo>
                    <a:pt x="20461" y="15515"/>
                    <a:pt x="21023" y="13042"/>
                    <a:pt x="20124" y="10852"/>
                  </a:cubicBezTo>
                  <a:cubicBezTo>
                    <a:pt x="17426" y="4498"/>
                    <a:pt x="11130" y="1"/>
                    <a:pt x="37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6"/>
            <p:cNvSpPr/>
            <p:nvPr/>
          </p:nvSpPr>
          <p:spPr>
            <a:xfrm>
              <a:off x="2363969" y="2549543"/>
              <a:ext cx="83586" cy="165979"/>
            </a:xfrm>
            <a:custGeom>
              <a:avLst/>
              <a:gdLst/>
              <a:ahLst/>
              <a:cxnLst/>
              <a:rect l="l" t="t" r="r" b="b"/>
              <a:pathLst>
                <a:path w="3710" h="7367" extrusionOk="0">
                  <a:moveTo>
                    <a:pt x="0" y="1"/>
                  </a:moveTo>
                  <a:cubicBezTo>
                    <a:pt x="135" y="539"/>
                    <a:pt x="292" y="1066"/>
                    <a:pt x="470" y="1582"/>
                  </a:cubicBezTo>
                  <a:lnTo>
                    <a:pt x="470" y="1582"/>
                  </a:lnTo>
                  <a:cubicBezTo>
                    <a:pt x="463" y="1561"/>
                    <a:pt x="456" y="1541"/>
                    <a:pt x="450" y="1521"/>
                  </a:cubicBezTo>
                  <a:cubicBezTo>
                    <a:pt x="450" y="1408"/>
                    <a:pt x="391" y="1296"/>
                    <a:pt x="337" y="1183"/>
                  </a:cubicBezTo>
                  <a:cubicBezTo>
                    <a:pt x="225" y="788"/>
                    <a:pt x="112" y="450"/>
                    <a:pt x="54" y="59"/>
                  </a:cubicBezTo>
                  <a:lnTo>
                    <a:pt x="54" y="1"/>
                  </a:lnTo>
                  <a:close/>
                  <a:moveTo>
                    <a:pt x="470" y="1582"/>
                  </a:moveTo>
                  <a:lnTo>
                    <a:pt x="470" y="1582"/>
                  </a:lnTo>
                  <a:cubicBezTo>
                    <a:pt x="745" y="2400"/>
                    <a:pt x="1075" y="3168"/>
                    <a:pt x="1462" y="3936"/>
                  </a:cubicBezTo>
                  <a:cubicBezTo>
                    <a:pt x="2024" y="5060"/>
                    <a:pt x="2698" y="6072"/>
                    <a:pt x="3485" y="7029"/>
                  </a:cubicBezTo>
                  <a:cubicBezTo>
                    <a:pt x="3598" y="7142"/>
                    <a:pt x="3652" y="7254"/>
                    <a:pt x="3710" y="7367"/>
                  </a:cubicBezTo>
                  <a:cubicBezTo>
                    <a:pt x="3710" y="7308"/>
                    <a:pt x="3652" y="7254"/>
                    <a:pt x="3598" y="7142"/>
                  </a:cubicBezTo>
                  <a:cubicBezTo>
                    <a:pt x="2248" y="5522"/>
                    <a:pt x="1186" y="3649"/>
                    <a:pt x="470" y="1582"/>
                  </a:cubicBezTo>
                  <a:close/>
                </a:path>
              </a:pathLst>
            </a:custGeom>
            <a:solidFill>
              <a:srgbClr val="DAA4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6"/>
            <p:cNvSpPr/>
            <p:nvPr/>
          </p:nvSpPr>
          <p:spPr>
            <a:xfrm>
              <a:off x="2365186" y="2549543"/>
              <a:ext cx="84916" cy="168524"/>
            </a:xfrm>
            <a:custGeom>
              <a:avLst/>
              <a:gdLst/>
              <a:ahLst/>
              <a:cxnLst/>
              <a:rect l="l" t="t" r="r" b="b"/>
              <a:pathLst>
                <a:path w="3769" h="7480" extrusionOk="0">
                  <a:moveTo>
                    <a:pt x="0" y="1"/>
                  </a:moveTo>
                  <a:lnTo>
                    <a:pt x="0" y="59"/>
                  </a:lnTo>
                  <a:cubicBezTo>
                    <a:pt x="58" y="450"/>
                    <a:pt x="171" y="788"/>
                    <a:pt x="283" y="1183"/>
                  </a:cubicBezTo>
                  <a:cubicBezTo>
                    <a:pt x="337" y="1296"/>
                    <a:pt x="396" y="1408"/>
                    <a:pt x="396" y="1521"/>
                  </a:cubicBezTo>
                  <a:cubicBezTo>
                    <a:pt x="675" y="2362"/>
                    <a:pt x="1012" y="3149"/>
                    <a:pt x="1408" y="3936"/>
                  </a:cubicBezTo>
                  <a:cubicBezTo>
                    <a:pt x="1970" y="5060"/>
                    <a:pt x="2644" y="6072"/>
                    <a:pt x="3431" y="7029"/>
                  </a:cubicBezTo>
                  <a:cubicBezTo>
                    <a:pt x="1799" y="5006"/>
                    <a:pt x="621" y="2645"/>
                    <a:pt x="0" y="1"/>
                  </a:cubicBezTo>
                  <a:close/>
                  <a:moveTo>
                    <a:pt x="3431" y="7029"/>
                  </a:moveTo>
                  <a:cubicBezTo>
                    <a:pt x="3483" y="7106"/>
                    <a:pt x="3534" y="7171"/>
                    <a:pt x="3586" y="7235"/>
                  </a:cubicBezTo>
                  <a:lnTo>
                    <a:pt x="3586" y="7235"/>
                  </a:lnTo>
                  <a:cubicBezTo>
                    <a:pt x="3547" y="7167"/>
                    <a:pt x="3500" y="7098"/>
                    <a:pt x="3431" y="7029"/>
                  </a:cubicBezTo>
                  <a:close/>
                  <a:moveTo>
                    <a:pt x="3586" y="7235"/>
                  </a:moveTo>
                  <a:lnTo>
                    <a:pt x="3586" y="7235"/>
                  </a:lnTo>
                  <a:cubicBezTo>
                    <a:pt x="3611" y="7279"/>
                    <a:pt x="3633" y="7323"/>
                    <a:pt x="3656" y="7367"/>
                  </a:cubicBezTo>
                  <a:lnTo>
                    <a:pt x="3768" y="7479"/>
                  </a:lnTo>
                  <a:cubicBezTo>
                    <a:pt x="3708" y="7387"/>
                    <a:pt x="3647" y="7311"/>
                    <a:pt x="3586" y="7235"/>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6"/>
            <p:cNvSpPr/>
            <p:nvPr/>
          </p:nvSpPr>
          <p:spPr>
            <a:xfrm>
              <a:off x="2467805" y="2747098"/>
              <a:ext cx="46817" cy="5092"/>
            </a:xfrm>
            <a:custGeom>
              <a:avLst/>
              <a:gdLst/>
              <a:ahLst/>
              <a:cxnLst/>
              <a:rect l="l" t="t" r="r" b="b"/>
              <a:pathLst>
                <a:path w="2078" h="226" extrusionOk="0">
                  <a:moveTo>
                    <a:pt x="0" y="1"/>
                  </a:moveTo>
                  <a:cubicBezTo>
                    <a:pt x="0" y="59"/>
                    <a:pt x="54" y="172"/>
                    <a:pt x="54" y="226"/>
                  </a:cubicBezTo>
                  <a:lnTo>
                    <a:pt x="2078" y="1"/>
                  </a:ln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6"/>
            <p:cNvSpPr/>
            <p:nvPr/>
          </p:nvSpPr>
          <p:spPr>
            <a:xfrm>
              <a:off x="2365186" y="2549543"/>
              <a:ext cx="442039" cy="197588"/>
            </a:xfrm>
            <a:custGeom>
              <a:avLst/>
              <a:gdLst/>
              <a:ahLst/>
              <a:cxnLst/>
              <a:rect l="l" t="t" r="r" b="b"/>
              <a:pathLst>
                <a:path w="19620" h="8770" extrusionOk="0">
                  <a:moveTo>
                    <a:pt x="0" y="1"/>
                  </a:moveTo>
                  <a:cubicBezTo>
                    <a:pt x="621" y="2645"/>
                    <a:pt x="1799" y="5006"/>
                    <a:pt x="3431" y="7029"/>
                  </a:cubicBezTo>
                  <a:cubicBezTo>
                    <a:pt x="3544" y="7196"/>
                    <a:pt x="3656" y="7308"/>
                    <a:pt x="3768" y="7479"/>
                  </a:cubicBezTo>
                  <a:cubicBezTo>
                    <a:pt x="4047" y="7870"/>
                    <a:pt x="4331" y="8320"/>
                    <a:pt x="4555" y="8770"/>
                  </a:cubicBezTo>
                  <a:lnTo>
                    <a:pt x="6633" y="8770"/>
                  </a:lnTo>
                  <a:lnTo>
                    <a:pt x="14561" y="8041"/>
                  </a:lnTo>
                  <a:lnTo>
                    <a:pt x="17484" y="6296"/>
                  </a:lnTo>
                  <a:lnTo>
                    <a:pt x="19508" y="3319"/>
                  </a:lnTo>
                  <a:lnTo>
                    <a:pt x="19620" y="563"/>
                  </a:lnTo>
                  <a:lnTo>
                    <a:pt x="188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6"/>
            <p:cNvSpPr/>
            <p:nvPr/>
          </p:nvSpPr>
          <p:spPr>
            <a:xfrm>
              <a:off x="2195475" y="2645786"/>
              <a:ext cx="181186" cy="359691"/>
            </a:xfrm>
            <a:custGeom>
              <a:avLst/>
              <a:gdLst/>
              <a:ahLst/>
              <a:cxnLst/>
              <a:rect l="l" t="t" r="r" b="b"/>
              <a:pathLst>
                <a:path w="8042" h="15965" extrusionOk="0">
                  <a:moveTo>
                    <a:pt x="3994" y="1"/>
                  </a:moveTo>
                  <a:cubicBezTo>
                    <a:pt x="3207" y="1"/>
                    <a:pt x="2474" y="226"/>
                    <a:pt x="1912" y="621"/>
                  </a:cubicBezTo>
                  <a:cubicBezTo>
                    <a:pt x="1858" y="621"/>
                    <a:pt x="1858" y="675"/>
                    <a:pt x="1858" y="675"/>
                  </a:cubicBezTo>
                  <a:cubicBezTo>
                    <a:pt x="1071" y="1125"/>
                    <a:pt x="509" y="1912"/>
                    <a:pt x="226" y="2757"/>
                  </a:cubicBezTo>
                  <a:cubicBezTo>
                    <a:pt x="172" y="2870"/>
                    <a:pt x="172" y="2924"/>
                    <a:pt x="172" y="3036"/>
                  </a:cubicBezTo>
                  <a:cubicBezTo>
                    <a:pt x="113" y="3261"/>
                    <a:pt x="59" y="3486"/>
                    <a:pt x="59" y="3769"/>
                  </a:cubicBezTo>
                  <a:cubicBezTo>
                    <a:pt x="1" y="3823"/>
                    <a:pt x="1" y="3936"/>
                    <a:pt x="1" y="3994"/>
                  </a:cubicBezTo>
                  <a:lnTo>
                    <a:pt x="1" y="4048"/>
                  </a:lnTo>
                  <a:cubicBezTo>
                    <a:pt x="1" y="4893"/>
                    <a:pt x="284" y="5680"/>
                    <a:pt x="788" y="6355"/>
                  </a:cubicBezTo>
                  <a:cubicBezTo>
                    <a:pt x="1071" y="6746"/>
                    <a:pt x="1408" y="7083"/>
                    <a:pt x="1799" y="7308"/>
                  </a:cubicBezTo>
                  <a:cubicBezTo>
                    <a:pt x="1912" y="7367"/>
                    <a:pt x="1970" y="7479"/>
                    <a:pt x="2024" y="7533"/>
                  </a:cubicBezTo>
                  <a:cubicBezTo>
                    <a:pt x="2083" y="7592"/>
                    <a:pt x="2083" y="7645"/>
                    <a:pt x="2083" y="7704"/>
                  </a:cubicBezTo>
                  <a:cubicBezTo>
                    <a:pt x="2137" y="7816"/>
                    <a:pt x="2137" y="7929"/>
                    <a:pt x="2137" y="8041"/>
                  </a:cubicBezTo>
                  <a:cubicBezTo>
                    <a:pt x="2137" y="8208"/>
                    <a:pt x="2083" y="8378"/>
                    <a:pt x="1970" y="8545"/>
                  </a:cubicBezTo>
                  <a:cubicBezTo>
                    <a:pt x="1912" y="8603"/>
                    <a:pt x="1858" y="8657"/>
                    <a:pt x="1799" y="8657"/>
                  </a:cubicBezTo>
                  <a:cubicBezTo>
                    <a:pt x="1633" y="8828"/>
                    <a:pt x="1408" y="8941"/>
                    <a:pt x="1237" y="9107"/>
                  </a:cubicBezTo>
                  <a:cubicBezTo>
                    <a:pt x="1125" y="9219"/>
                    <a:pt x="1013" y="9332"/>
                    <a:pt x="900" y="9503"/>
                  </a:cubicBezTo>
                  <a:cubicBezTo>
                    <a:pt x="675" y="9781"/>
                    <a:pt x="450" y="10119"/>
                    <a:pt x="284" y="10514"/>
                  </a:cubicBezTo>
                  <a:cubicBezTo>
                    <a:pt x="113" y="10964"/>
                    <a:pt x="1" y="11468"/>
                    <a:pt x="1" y="11976"/>
                  </a:cubicBezTo>
                  <a:cubicBezTo>
                    <a:pt x="1" y="12088"/>
                    <a:pt x="1" y="12142"/>
                    <a:pt x="59" y="12255"/>
                  </a:cubicBezTo>
                  <a:lnTo>
                    <a:pt x="59" y="12480"/>
                  </a:lnTo>
                  <a:cubicBezTo>
                    <a:pt x="59" y="12592"/>
                    <a:pt x="59" y="12651"/>
                    <a:pt x="113" y="12763"/>
                  </a:cubicBezTo>
                  <a:cubicBezTo>
                    <a:pt x="113" y="12929"/>
                    <a:pt x="172" y="13100"/>
                    <a:pt x="226" y="13267"/>
                  </a:cubicBezTo>
                  <a:cubicBezTo>
                    <a:pt x="226" y="13325"/>
                    <a:pt x="284" y="13379"/>
                    <a:pt x="284" y="13491"/>
                  </a:cubicBezTo>
                  <a:cubicBezTo>
                    <a:pt x="338" y="13604"/>
                    <a:pt x="450" y="13775"/>
                    <a:pt x="509" y="13887"/>
                  </a:cubicBezTo>
                  <a:cubicBezTo>
                    <a:pt x="563" y="14000"/>
                    <a:pt x="563" y="14054"/>
                    <a:pt x="621" y="14112"/>
                  </a:cubicBezTo>
                  <a:cubicBezTo>
                    <a:pt x="959" y="14616"/>
                    <a:pt x="1350" y="15011"/>
                    <a:pt x="1799" y="15290"/>
                  </a:cubicBezTo>
                  <a:lnTo>
                    <a:pt x="1912" y="15403"/>
                  </a:lnTo>
                  <a:cubicBezTo>
                    <a:pt x="2532" y="15798"/>
                    <a:pt x="3261" y="15965"/>
                    <a:pt x="3994" y="15965"/>
                  </a:cubicBezTo>
                  <a:lnTo>
                    <a:pt x="4498" y="15965"/>
                  </a:lnTo>
                  <a:cubicBezTo>
                    <a:pt x="5118" y="15911"/>
                    <a:pt x="5680" y="15686"/>
                    <a:pt x="6184" y="15349"/>
                  </a:cubicBezTo>
                  <a:cubicBezTo>
                    <a:pt x="6184" y="15349"/>
                    <a:pt x="6242" y="15349"/>
                    <a:pt x="6242" y="15290"/>
                  </a:cubicBezTo>
                  <a:cubicBezTo>
                    <a:pt x="6296" y="15290"/>
                    <a:pt x="6355" y="15236"/>
                    <a:pt x="6409" y="15178"/>
                  </a:cubicBezTo>
                  <a:cubicBezTo>
                    <a:pt x="6409" y="15178"/>
                    <a:pt x="6467" y="15178"/>
                    <a:pt x="6467" y="15124"/>
                  </a:cubicBezTo>
                  <a:cubicBezTo>
                    <a:pt x="6521" y="15124"/>
                    <a:pt x="6580" y="15065"/>
                    <a:pt x="6634" y="15011"/>
                  </a:cubicBezTo>
                  <a:lnTo>
                    <a:pt x="6805" y="14840"/>
                  </a:lnTo>
                  <a:lnTo>
                    <a:pt x="6971" y="14674"/>
                  </a:lnTo>
                  <a:lnTo>
                    <a:pt x="7142" y="14503"/>
                  </a:lnTo>
                  <a:cubicBezTo>
                    <a:pt x="7142" y="14449"/>
                    <a:pt x="7196" y="14391"/>
                    <a:pt x="7254" y="14337"/>
                  </a:cubicBezTo>
                  <a:cubicBezTo>
                    <a:pt x="7421" y="14112"/>
                    <a:pt x="7533" y="13941"/>
                    <a:pt x="7645" y="13716"/>
                  </a:cubicBezTo>
                  <a:lnTo>
                    <a:pt x="7645" y="13662"/>
                  </a:lnTo>
                  <a:cubicBezTo>
                    <a:pt x="7645" y="13604"/>
                    <a:pt x="7704" y="13550"/>
                    <a:pt x="7704" y="13491"/>
                  </a:cubicBezTo>
                  <a:cubicBezTo>
                    <a:pt x="7816" y="13267"/>
                    <a:pt x="7870" y="13042"/>
                    <a:pt x="7929" y="12817"/>
                  </a:cubicBezTo>
                  <a:lnTo>
                    <a:pt x="7929" y="12704"/>
                  </a:lnTo>
                  <a:cubicBezTo>
                    <a:pt x="7929" y="12651"/>
                    <a:pt x="7983" y="12592"/>
                    <a:pt x="7983" y="12480"/>
                  </a:cubicBezTo>
                  <a:lnTo>
                    <a:pt x="7983" y="12255"/>
                  </a:lnTo>
                  <a:cubicBezTo>
                    <a:pt x="8041" y="11976"/>
                    <a:pt x="7983" y="11693"/>
                    <a:pt x="7983" y="11468"/>
                  </a:cubicBezTo>
                  <a:cubicBezTo>
                    <a:pt x="7929" y="11243"/>
                    <a:pt x="7870" y="11018"/>
                    <a:pt x="7816" y="10852"/>
                  </a:cubicBezTo>
                  <a:cubicBezTo>
                    <a:pt x="7816" y="10739"/>
                    <a:pt x="7758" y="10627"/>
                    <a:pt x="7704" y="10514"/>
                  </a:cubicBezTo>
                  <a:cubicBezTo>
                    <a:pt x="7591" y="10119"/>
                    <a:pt x="7367" y="9781"/>
                    <a:pt x="7142" y="9503"/>
                  </a:cubicBezTo>
                  <a:lnTo>
                    <a:pt x="7083" y="9503"/>
                  </a:lnTo>
                  <a:cubicBezTo>
                    <a:pt x="7029" y="9332"/>
                    <a:pt x="6917" y="9219"/>
                    <a:pt x="6805" y="9107"/>
                  </a:cubicBezTo>
                  <a:cubicBezTo>
                    <a:pt x="6634" y="8941"/>
                    <a:pt x="6409" y="8828"/>
                    <a:pt x="6242" y="8657"/>
                  </a:cubicBezTo>
                  <a:cubicBezTo>
                    <a:pt x="6184" y="8657"/>
                    <a:pt x="6130" y="8603"/>
                    <a:pt x="6072" y="8545"/>
                  </a:cubicBezTo>
                  <a:cubicBezTo>
                    <a:pt x="6018" y="8491"/>
                    <a:pt x="5959" y="8378"/>
                    <a:pt x="5905" y="8320"/>
                  </a:cubicBezTo>
                  <a:cubicBezTo>
                    <a:pt x="5905" y="8208"/>
                    <a:pt x="5847" y="8095"/>
                    <a:pt x="5847" y="7983"/>
                  </a:cubicBezTo>
                  <a:cubicBezTo>
                    <a:pt x="5847" y="7816"/>
                    <a:pt x="5905" y="7704"/>
                    <a:pt x="6018" y="7533"/>
                  </a:cubicBezTo>
                  <a:lnTo>
                    <a:pt x="6072" y="7479"/>
                  </a:lnTo>
                  <a:cubicBezTo>
                    <a:pt x="6072" y="7421"/>
                    <a:pt x="6130" y="7421"/>
                    <a:pt x="6130" y="7421"/>
                  </a:cubicBezTo>
                  <a:cubicBezTo>
                    <a:pt x="6184" y="7367"/>
                    <a:pt x="6184" y="7367"/>
                    <a:pt x="6242" y="7367"/>
                  </a:cubicBezTo>
                  <a:lnTo>
                    <a:pt x="6580" y="7029"/>
                  </a:lnTo>
                  <a:lnTo>
                    <a:pt x="6634" y="7029"/>
                  </a:lnTo>
                  <a:cubicBezTo>
                    <a:pt x="6917" y="6805"/>
                    <a:pt x="7196" y="6467"/>
                    <a:pt x="7367" y="6130"/>
                  </a:cubicBezTo>
                  <a:lnTo>
                    <a:pt x="7421" y="6130"/>
                  </a:lnTo>
                  <a:cubicBezTo>
                    <a:pt x="7533" y="5959"/>
                    <a:pt x="7645" y="5734"/>
                    <a:pt x="7704" y="5509"/>
                  </a:cubicBezTo>
                  <a:cubicBezTo>
                    <a:pt x="7758" y="5397"/>
                    <a:pt x="7816" y="5285"/>
                    <a:pt x="7816" y="5231"/>
                  </a:cubicBezTo>
                  <a:lnTo>
                    <a:pt x="7983" y="4556"/>
                  </a:lnTo>
                  <a:lnTo>
                    <a:pt x="7983" y="4048"/>
                  </a:lnTo>
                  <a:lnTo>
                    <a:pt x="7983" y="3769"/>
                  </a:lnTo>
                  <a:lnTo>
                    <a:pt x="7983" y="3544"/>
                  </a:lnTo>
                  <a:lnTo>
                    <a:pt x="7983" y="3486"/>
                  </a:lnTo>
                  <a:cubicBezTo>
                    <a:pt x="7983" y="3486"/>
                    <a:pt x="7983" y="3432"/>
                    <a:pt x="7929" y="3373"/>
                  </a:cubicBezTo>
                  <a:lnTo>
                    <a:pt x="7929" y="3319"/>
                  </a:lnTo>
                  <a:lnTo>
                    <a:pt x="7929" y="3207"/>
                  </a:lnTo>
                  <a:cubicBezTo>
                    <a:pt x="7929" y="3149"/>
                    <a:pt x="7870" y="3095"/>
                    <a:pt x="7870" y="3036"/>
                  </a:cubicBezTo>
                  <a:cubicBezTo>
                    <a:pt x="7870" y="2924"/>
                    <a:pt x="7816" y="2870"/>
                    <a:pt x="7816" y="2757"/>
                  </a:cubicBezTo>
                  <a:cubicBezTo>
                    <a:pt x="7816" y="2699"/>
                    <a:pt x="7758" y="2645"/>
                    <a:pt x="7758" y="2645"/>
                  </a:cubicBezTo>
                  <a:cubicBezTo>
                    <a:pt x="7758" y="2586"/>
                    <a:pt x="7704" y="2533"/>
                    <a:pt x="7704" y="2533"/>
                  </a:cubicBezTo>
                  <a:cubicBezTo>
                    <a:pt x="7704" y="2474"/>
                    <a:pt x="7645" y="2420"/>
                    <a:pt x="7645" y="2362"/>
                  </a:cubicBezTo>
                  <a:cubicBezTo>
                    <a:pt x="7645" y="2308"/>
                    <a:pt x="7645" y="2308"/>
                    <a:pt x="7591" y="2308"/>
                  </a:cubicBezTo>
                  <a:cubicBezTo>
                    <a:pt x="7591" y="2195"/>
                    <a:pt x="7533" y="2137"/>
                    <a:pt x="7533" y="2083"/>
                  </a:cubicBezTo>
                  <a:cubicBezTo>
                    <a:pt x="7421" y="1970"/>
                    <a:pt x="7367" y="1800"/>
                    <a:pt x="7254" y="1687"/>
                  </a:cubicBezTo>
                  <a:cubicBezTo>
                    <a:pt x="6971" y="1296"/>
                    <a:pt x="6634" y="959"/>
                    <a:pt x="6242" y="734"/>
                  </a:cubicBezTo>
                  <a:lnTo>
                    <a:pt x="6242" y="675"/>
                  </a:lnTo>
                  <a:lnTo>
                    <a:pt x="6184" y="675"/>
                  </a:lnTo>
                  <a:cubicBezTo>
                    <a:pt x="5680" y="338"/>
                    <a:pt x="5118" y="113"/>
                    <a:pt x="4498" y="59"/>
                  </a:cubicBezTo>
                  <a:cubicBezTo>
                    <a:pt x="4331" y="59"/>
                    <a:pt x="4160" y="1"/>
                    <a:pt x="3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6"/>
            <p:cNvSpPr/>
            <p:nvPr/>
          </p:nvSpPr>
          <p:spPr>
            <a:xfrm>
              <a:off x="3035129" y="2169639"/>
              <a:ext cx="181074" cy="1313364"/>
            </a:xfrm>
            <a:custGeom>
              <a:avLst/>
              <a:gdLst/>
              <a:ahLst/>
              <a:cxnLst/>
              <a:rect l="l" t="t" r="r" b="b"/>
              <a:pathLst>
                <a:path w="8037" h="58294" extrusionOk="0">
                  <a:moveTo>
                    <a:pt x="1" y="0"/>
                  </a:moveTo>
                  <a:lnTo>
                    <a:pt x="1" y="58293"/>
                  </a:lnTo>
                  <a:cubicBezTo>
                    <a:pt x="1350" y="56998"/>
                    <a:pt x="2474" y="55483"/>
                    <a:pt x="3374" y="53851"/>
                  </a:cubicBezTo>
                  <a:cubicBezTo>
                    <a:pt x="4273" y="52052"/>
                    <a:pt x="4947" y="50087"/>
                    <a:pt x="5226" y="48005"/>
                  </a:cubicBezTo>
                  <a:cubicBezTo>
                    <a:pt x="5397" y="47443"/>
                    <a:pt x="5564" y="46880"/>
                    <a:pt x="5676" y="46318"/>
                  </a:cubicBezTo>
                  <a:cubicBezTo>
                    <a:pt x="5959" y="45253"/>
                    <a:pt x="6238" y="44241"/>
                    <a:pt x="6463" y="43170"/>
                  </a:cubicBezTo>
                  <a:cubicBezTo>
                    <a:pt x="7475" y="38224"/>
                    <a:pt x="8037" y="33111"/>
                    <a:pt x="8037" y="27994"/>
                  </a:cubicBezTo>
                  <a:cubicBezTo>
                    <a:pt x="8037" y="25520"/>
                    <a:pt x="7924" y="23047"/>
                    <a:pt x="7646" y="20574"/>
                  </a:cubicBezTo>
                  <a:cubicBezTo>
                    <a:pt x="7196" y="16810"/>
                    <a:pt x="6575" y="12929"/>
                    <a:pt x="5339" y="9278"/>
                  </a:cubicBezTo>
                  <a:cubicBezTo>
                    <a:pt x="5172" y="8715"/>
                    <a:pt x="5001" y="8153"/>
                    <a:pt x="4777" y="7645"/>
                  </a:cubicBezTo>
                  <a:cubicBezTo>
                    <a:pt x="4439" y="6692"/>
                    <a:pt x="4048" y="5792"/>
                    <a:pt x="3598" y="4893"/>
                  </a:cubicBezTo>
                  <a:cubicBezTo>
                    <a:pt x="2699" y="3094"/>
                    <a:pt x="1462" y="1408"/>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6"/>
            <p:cNvSpPr/>
            <p:nvPr/>
          </p:nvSpPr>
          <p:spPr>
            <a:xfrm>
              <a:off x="1324212" y="2249482"/>
              <a:ext cx="369830" cy="222912"/>
            </a:xfrm>
            <a:custGeom>
              <a:avLst/>
              <a:gdLst/>
              <a:ahLst/>
              <a:cxnLst/>
              <a:rect l="l" t="t" r="r" b="b"/>
              <a:pathLst>
                <a:path w="16415" h="9894" extrusionOk="0">
                  <a:moveTo>
                    <a:pt x="958" y="0"/>
                  </a:moveTo>
                  <a:lnTo>
                    <a:pt x="958" y="0"/>
                  </a:lnTo>
                  <a:cubicBezTo>
                    <a:pt x="1" y="2361"/>
                    <a:pt x="509" y="5059"/>
                    <a:pt x="2361" y="6912"/>
                  </a:cubicBezTo>
                  <a:cubicBezTo>
                    <a:pt x="4219" y="8823"/>
                    <a:pt x="6746" y="9893"/>
                    <a:pt x="9390" y="9893"/>
                  </a:cubicBezTo>
                  <a:lnTo>
                    <a:pt x="16414" y="9893"/>
                  </a:lnTo>
                  <a:lnTo>
                    <a:pt x="16414" y="8657"/>
                  </a:lnTo>
                  <a:lnTo>
                    <a:pt x="9390" y="8657"/>
                  </a:lnTo>
                  <a:cubicBezTo>
                    <a:pt x="7083" y="8657"/>
                    <a:pt x="4835" y="7699"/>
                    <a:pt x="3207" y="6071"/>
                  </a:cubicBezTo>
                  <a:cubicBezTo>
                    <a:pt x="1745" y="4551"/>
                    <a:pt x="1296" y="2361"/>
                    <a:pt x="2083" y="450"/>
                  </a:cubicBezTo>
                  <a:lnTo>
                    <a:pt x="95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6"/>
            <p:cNvSpPr/>
            <p:nvPr/>
          </p:nvSpPr>
          <p:spPr>
            <a:xfrm>
              <a:off x="1324212" y="2601517"/>
              <a:ext cx="369830" cy="222912"/>
            </a:xfrm>
            <a:custGeom>
              <a:avLst/>
              <a:gdLst/>
              <a:ahLst/>
              <a:cxnLst/>
              <a:rect l="l" t="t" r="r" b="b"/>
              <a:pathLst>
                <a:path w="16415" h="9894" extrusionOk="0">
                  <a:moveTo>
                    <a:pt x="9390" y="1"/>
                  </a:moveTo>
                  <a:cubicBezTo>
                    <a:pt x="6746" y="1"/>
                    <a:pt x="4219" y="1066"/>
                    <a:pt x="2361" y="2924"/>
                  </a:cubicBezTo>
                  <a:cubicBezTo>
                    <a:pt x="509" y="4776"/>
                    <a:pt x="1" y="7533"/>
                    <a:pt x="958" y="9894"/>
                  </a:cubicBezTo>
                  <a:lnTo>
                    <a:pt x="2083" y="9386"/>
                  </a:lnTo>
                  <a:cubicBezTo>
                    <a:pt x="1296" y="7474"/>
                    <a:pt x="1745" y="5284"/>
                    <a:pt x="3207" y="3765"/>
                  </a:cubicBezTo>
                  <a:cubicBezTo>
                    <a:pt x="4835" y="2137"/>
                    <a:pt x="7083" y="1179"/>
                    <a:pt x="9390" y="1179"/>
                  </a:cubicBezTo>
                  <a:lnTo>
                    <a:pt x="16414" y="1179"/>
                  </a:lnTo>
                  <a:lnTo>
                    <a:pt x="164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6"/>
            <p:cNvSpPr/>
            <p:nvPr/>
          </p:nvSpPr>
          <p:spPr>
            <a:xfrm>
              <a:off x="2466476" y="2538211"/>
              <a:ext cx="371137" cy="222912"/>
            </a:xfrm>
            <a:custGeom>
              <a:avLst/>
              <a:gdLst/>
              <a:ahLst/>
              <a:cxnLst/>
              <a:rect l="l" t="t" r="r" b="b"/>
              <a:pathLst>
                <a:path w="16473" h="9894" extrusionOk="0">
                  <a:moveTo>
                    <a:pt x="15461" y="0"/>
                  </a:moveTo>
                  <a:lnTo>
                    <a:pt x="14391" y="450"/>
                  </a:lnTo>
                  <a:cubicBezTo>
                    <a:pt x="15178" y="2361"/>
                    <a:pt x="14728" y="4609"/>
                    <a:pt x="13267" y="6125"/>
                  </a:cubicBezTo>
                  <a:cubicBezTo>
                    <a:pt x="11639" y="7757"/>
                    <a:pt x="9390" y="8711"/>
                    <a:pt x="7083" y="8711"/>
                  </a:cubicBezTo>
                  <a:lnTo>
                    <a:pt x="1" y="8711"/>
                  </a:lnTo>
                  <a:lnTo>
                    <a:pt x="1" y="9893"/>
                  </a:lnTo>
                  <a:lnTo>
                    <a:pt x="7083" y="9893"/>
                  </a:lnTo>
                  <a:cubicBezTo>
                    <a:pt x="9669" y="9893"/>
                    <a:pt x="12255" y="8823"/>
                    <a:pt x="14112" y="6970"/>
                  </a:cubicBezTo>
                  <a:cubicBezTo>
                    <a:pt x="15911" y="5113"/>
                    <a:pt x="16473" y="2361"/>
                    <a:pt x="15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6"/>
            <p:cNvSpPr/>
            <p:nvPr/>
          </p:nvSpPr>
          <p:spPr>
            <a:xfrm>
              <a:off x="2467805" y="2890246"/>
              <a:ext cx="369807" cy="222912"/>
            </a:xfrm>
            <a:custGeom>
              <a:avLst/>
              <a:gdLst/>
              <a:ahLst/>
              <a:cxnLst/>
              <a:rect l="l" t="t" r="r" b="b"/>
              <a:pathLst>
                <a:path w="16414" h="9894" extrusionOk="0">
                  <a:moveTo>
                    <a:pt x="0" y="1"/>
                  </a:moveTo>
                  <a:lnTo>
                    <a:pt x="0" y="1237"/>
                  </a:lnTo>
                  <a:lnTo>
                    <a:pt x="7024" y="1237"/>
                  </a:lnTo>
                  <a:cubicBezTo>
                    <a:pt x="9331" y="1237"/>
                    <a:pt x="11580" y="2137"/>
                    <a:pt x="13208" y="3823"/>
                  </a:cubicBezTo>
                  <a:cubicBezTo>
                    <a:pt x="14669" y="5285"/>
                    <a:pt x="15119" y="7533"/>
                    <a:pt x="14332" y="9444"/>
                  </a:cubicBezTo>
                  <a:lnTo>
                    <a:pt x="15402" y="9894"/>
                  </a:lnTo>
                  <a:cubicBezTo>
                    <a:pt x="16414" y="7533"/>
                    <a:pt x="15852" y="4835"/>
                    <a:pt x="14053" y="2924"/>
                  </a:cubicBezTo>
                  <a:cubicBezTo>
                    <a:pt x="12196" y="1067"/>
                    <a:pt x="9610" y="1"/>
                    <a:pt x="7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6"/>
            <p:cNvSpPr/>
            <p:nvPr/>
          </p:nvSpPr>
          <p:spPr>
            <a:xfrm>
              <a:off x="2148030" y="-8015162"/>
              <a:ext cx="84900" cy="971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6"/>
            <p:cNvSpPr/>
            <p:nvPr/>
          </p:nvSpPr>
          <p:spPr>
            <a:xfrm>
              <a:off x="2091639" y="1563096"/>
              <a:ext cx="193826" cy="320377"/>
            </a:xfrm>
            <a:custGeom>
              <a:avLst/>
              <a:gdLst/>
              <a:ahLst/>
              <a:cxnLst/>
              <a:rect l="l" t="t" r="r" b="b"/>
              <a:pathLst>
                <a:path w="8603" h="14220" extrusionOk="0">
                  <a:moveTo>
                    <a:pt x="0" y="1"/>
                  </a:moveTo>
                  <a:lnTo>
                    <a:pt x="0" y="11747"/>
                  </a:lnTo>
                  <a:cubicBezTo>
                    <a:pt x="0" y="13096"/>
                    <a:pt x="1125" y="14220"/>
                    <a:pt x="2474" y="14220"/>
                  </a:cubicBezTo>
                  <a:lnTo>
                    <a:pt x="6130" y="14220"/>
                  </a:lnTo>
                  <a:cubicBezTo>
                    <a:pt x="7479" y="14220"/>
                    <a:pt x="8603" y="13096"/>
                    <a:pt x="8603" y="11747"/>
                  </a:cubicBezTo>
                  <a:lnTo>
                    <a:pt x="86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6"/>
            <p:cNvSpPr/>
            <p:nvPr/>
          </p:nvSpPr>
          <p:spPr>
            <a:xfrm>
              <a:off x="1933963" y="3555100"/>
              <a:ext cx="84900" cy="1588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6"/>
            <p:cNvSpPr/>
            <p:nvPr/>
          </p:nvSpPr>
          <p:spPr>
            <a:xfrm>
              <a:off x="1878875" y="3318294"/>
              <a:ext cx="195065" cy="378617"/>
            </a:xfrm>
            <a:custGeom>
              <a:avLst/>
              <a:gdLst/>
              <a:ahLst/>
              <a:cxnLst/>
              <a:rect l="l" t="t" r="r" b="b"/>
              <a:pathLst>
                <a:path w="8658" h="16805" extrusionOk="0">
                  <a:moveTo>
                    <a:pt x="2474" y="0"/>
                  </a:moveTo>
                  <a:cubicBezTo>
                    <a:pt x="1125" y="0"/>
                    <a:pt x="1" y="1066"/>
                    <a:pt x="1" y="2473"/>
                  </a:cubicBezTo>
                  <a:lnTo>
                    <a:pt x="1" y="16805"/>
                  </a:lnTo>
                  <a:lnTo>
                    <a:pt x="8657" y="16805"/>
                  </a:lnTo>
                  <a:lnTo>
                    <a:pt x="8657" y="2473"/>
                  </a:lnTo>
                  <a:cubicBezTo>
                    <a:pt x="8657" y="1066"/>
                    <a:pt x="7533" y="0"/>
                    <a:pt x="61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3" name="Google Shape;483;p26"/>
          <p:cNvSpPr/>
          <p:nvPr/>
        </p:nvSpPr>
        <p:spPr>
          <a:xfrm>
            <a:off x="916319" y="3707018"/>
            <a:ext cx="105435" cy="105443"/>
          </a:xfrm>
          <a:custGeom>
            <a:avLst/>
            <a:gdLst/>
            <a:ahLst/>
            <a:cxnLst/>
            <a:rect l="l" t="t" r="r" b="b"/>
            <a:pathLst>
              <a:path w="11971" h="11972" extrusionOk="0">
                <a:moveTo>
                  <a:pt x="5001" y="0"/>
                </a:moveTo>
                <a:lnTo>
                  <a:pt x="5001" y="5001"/>
                </a:lnTo>
                <a:lnTo>
                  <a:pt x="0" y="5001"/>
                </a:lnTo>
                <a:lnTo>
                  <a:pt x="0" y="6971"/>
                </a:lnTo>
                <a:lnTo>
                  <a:pt x="5001" y="6971"/>
                </a:lnTo>
                <a:lnTo>
                  <a:pt x="5001" y="11971"/>
                </a:lnTo>
                <a:lnTo>
                  <a:pt x="6970" y="11971"/>
                </a:lnTo>
                <a:lnTo>
                  <a:pt x="6970" y="6971"/>
                </a:lnTo>
                <a:lnTo>
                  <a:pt x="11971" y="6971"/>
                </a:lnTo>
                <a:lnTo>
                  <a:pt x="11971" y="5001"/>
                </a:lnTo>
                <a:lnTo>
                  <a:pt x="6970" y="5001"/>
                </a:lnTo>
                <a:lnTo>
                  <a:pt x="69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8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1pPr>
            <a:lvl2pPr lvl="1"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2pPr>
            <a:lvl3pPr lvl="2"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3pPr>
            <a:lvl4pPr lvl="3"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4pPr>
            <a:lvl5pPr lvl="4"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5pPr>
            <a:lvl6pPr lvl="5"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6pPr>
            <a:lvl7pPr lvl="6"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7pPr>
            <a:lvl8pPr lvl="7"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8pPr>
            <a:lvl9pPr lvl="8" rtl="0">
              <a:spcBef>
                <a:spcPts val="0"/>
              </a:spcBef>
              <a:spcAft>
                <a:spcPts val="0"/>
              </a:spcAft>
              <a:buClr>
                <a:schemeClr val="dk1"/>
              </a:buClr>
              <a:buSzPts val="2800"/>
              <a:buFont typeface="Be Vietnam Pro SemiBold"/>
              <a:buNone/>
              <a:defRPr sz="2800">
                <a:solidFill>
                  <a:schemeClr val="dk1"/>
                </a:solidFill>
                <a:latin typeface="Be Vietnam Pro SemiBold"/>
                <a:ea typeface="Be Vietnam Pro SemiBold"/>
                <a:cs typeface="Be Vietnam Pro SemiBold"/>
                <a:sym typeface="Be Vietnam Pro Semi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1pPr>
            <a:lvl2pPr marL="914400" lvl="1"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2pPr>
            <a:lvl3pPr marL="1371600" lvl="2"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3pPr>
            <a:lvl4pPr marL="1828800" lvl="3"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4pPr>
            <a:lvl5pPr marL="2286000" lvl="4"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5pPr>
            <a:lvl6pPr marL="2743200" lvl="5"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6pPr>
            <a:lvl7pPr marL="3200400" lvl="6"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7pPr>
            <a:lvl8pPr marL="3657600" lvl="7"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8pPr>
            <a:lvl9pPr marL="4114800" lvl="8" indent="-30480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2" r:id="rId12"/>
    <p:sldLayoutId id="2147483667" r:id="rId13"/>
    <p:sldLayoutId id="2147483668" r:id="rId14"/>
    <p:sldLayoutId id="2147483671" r:id="rId15"/>
    <p:sldLayoutId id="2147483672"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84"/>
        <p:cNvGrpSpPr/>
        <p:nvPr/>
      </p:nvGrpSpPr>
      <p:grpSpPr>
        <a:xfrm>
          <a:off x="0" y="0"/>
          <a:ext cx="0" cy="0"/>
          <a:chOff x="0" y="0"/>
          <a:chExt cx="0" cy="0"/>
        </a:xfrm>
      </p:grpSpPr>
      <p:sp>
        <p:nvSpPr>
          <p:cNvPr id="485" name="Google Shape;485;p2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86" name="Google Shape;486;p2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0"/>
          <p:cNvSpPr txBox="1">
            <a:spLocks noGrp="1"/>
          </p:cNvSpPr>
          <p:nvPr>
            <p:ph type="ctrTitle"/>
          </p:nvPr>
        </p:nvSpPr>
        <p:spPr>
          <a:xfrm>
            <a:off x="674573" y="779570"/>
            <a:ext cx="5179427" cy="1800735"/>
          </a:xfrm>
          <a:prstGeom prst="rect">
            <a:avLst/>
          </a:prstGeom>
        </p:spPr>
        <p:txBody>
          <a:bodyPr spcFirstLastPara="1" wrap="square" lIns="91425" tIns="91425" rIns="91425" bIns="91425" anchor="b" anchorCtr="0">
            <a:noAutofit/>
          </a:bodyPr>
          <a:lstStyle/>
          <a:p>
            <a:pPr lvl="0"/>
            <a:r>
              <a:rPr lang="en-CA" dirty="0"/>
              <a:t>Health AI Predictive Analytics Engine</a:t>
            </a:r>
            <a:endParaRPr dirty="0"/>
          </a:p>
        </p:txBody>
      </p:sp>
      <p:sp>
        <p:nvSpPr>
          <p:cNvPr id="495" name="Google Shape;495;p30"/>
          <p:cNvSpPr txBox="1">
            <a:spLocks noGrp="1"/>
          </p:cNvSpPr>
          <p:nvPr>
            <p:ph type="subTitle" idx="1"/>
          </p:nvPr>
        </p:nvSpPr>
        <p:spPr>
          <a:xfrm>
            <a:off x="840175" y="2930773"/>
            <a:ext cx="3122225" cy="314700"/>
          </a:xfrm>
          <a:prstGeom prst="rect">
            <a:avLst/>
          </a:prstGeom>
        </p:spPr>
        <p:txBody>
          <a:bodyPr spcFirstLastPara="1" wrap="square" lIns="91425" tIns="91425" rIns="91425" bIns="91425" anchor="ctr" anchorCtr="0">
            <a:noAutofit/>
          </a:bodyPr>
          <a:lstStyle/>
          <a:p>
            <a:pPr marL="0" lvl="0" indent="0"/>
            <a:r>
              <a:rPr lang="en-CA" dirty="0"/>
              <a:t>A 15-Model Clinical Architecture</a:t>
            </a:r>
            <a:endParaRPr dirty="0"/>
          </a:p>
        </p:txBody>
      </p:sp>
      <p:grpSp>
        <p:nvGrpSpPr>
          <p:cNvPr id="496" name="Google Shape;496;p30"/>
          <p:cNvGrpSpPr/>
          <p:nvPr/>
        </p:nvGrpSpPr>
        <p:grpSpPr>
          <a:xfrm>
            <a:off x="6006675" y="0"/>
            <a:ext cx="2773526" cy="5143585"/>
            <a:chOff x="6006675" y="0"/>
            <a:chExt cx="2773526" cy="5143585"/>
          </a:xfrm>
        </p:grpSpPr>
        <p:sp>
          <p:nvSpPr>
            <p:cNvPr id="497" name="Google Shape;497;p30"/>
            <p:cNvSpPr/>
            <p:nvPr/>
          </p:nvSpPr>
          <p:spPr>
            <a:xfrm>
              <a:off x="7592843" y="3540091"/>
              <a:ext cx="1187358" cy="1603436"/>
            </a:xfrm>
            <a:custGeom>
              <a:avLst/>
              <a:gdLst/>
              <a:ahLst/>
              <a:cxnLst/>
              <a:rect l="l" t="t" r="r" b="b"/>
              <a:pathLst>
                <a:path w="42834" h="57844" extrusionOk="0">
                  <a:moveTo>
                    <a:pt x="15798" y="0"/>
                  </a:moveTo>
                  <a:cubicBezTo>
                    <a:pt x="14278" y="0"/>
                    <a:pt x="12929" y="621"/>
                    <a:pt x="11918" y="1633"/>
                  </a:cubicBezTo>
                  <a:cubicBezTo>
                    <a:pt x="10906" y="2586"/>
                    <a:pt x="10290" y="3994"/>
                    <a:pt x="10290" y="5509"/>
                  </a:cubicBezTo>
                  <a:lnTo>
                    <a:pt x="10290" y="6296"/>
                  </a:lnTo>
                  <a:cubicBezTo>
                    <a:pt x="10290" y="7645"/>
                    <a:pt x="9782" y="8828"/>
                    <a:pt x="8882" y="9727"/>
                  </a:cubicBezTo>
                  <a:cubicBezTo>
                    <a:pt x="8041" y="10568"/>
                    <a:pt x="6859" y="11130"/>
                    <a:pt x="5510" y="11130"/>
                  </a:cubicBezTo>
                  <a:cubicBezTo>
                    <a:pt x="3994" y="11130"/>
                    <a:pt x="2645" y="11751"/>
                    <a:pt x="1633" y="12704"/>
                  </a:cubicBezTo>
                  <a:cubicBezTo>
                    <a:pt x="621" y="13716"/>
                    <a:pt x="1" y="15065"/>
                    <a:pt x="1" y="16585"/>
                  </a:cubicBezTo>
                  <a:lnTo>
                    <a:pt x="1" y="57844"/>
                  </a:lnTo>
                  <a:lnTo>
                    <a:pt x="734" y="57844"/>
                  </a:lnTo>
                  <a:lnTo>
                    <a:pt x="734" y="16585"/>
                  </a:lnTo>
                  <a:cubicBezTo>
                    <a:pt x="734" y="15290"/>
                    <a:pt x="1238" y="14111"/>
                    <a:pt x="2137" y="13212"/>
                  </a:cubicBezTo>
                  <a:cubicBezTo>
                    <a:pt x="2982" y="12367"/>
                    <a:pt x="4219" y="11805"/>
                    <a:pt x="5510" y="11805"/>
                  </a:cubicBezTo>
                  <a:cubicBezTo>
                    <a:pt x="7030" y="11805"/>
                    <a:pt x="8433" y="11189"/>
                    <a:pt x="9390" y="10231"/>
                  </a:cubicBezTo>
                  <a:cubicBezTo>
                    <a:pt x="10402" y="9219"/>
                    <a:pt x="11018" y="7816"/>
                    <a:pt x="11018" y="6296"/>
                  </a:cubicBezTo>
                  <a:lnTo>
                    <a:pt x="11018" y="5509"/>
                  </a:lnTo>
                  <a:cubicBezTo>
                    <a:pt x="11018" y="4160"/>
                    <a:pt x="11526" y="2982"/>
                    <a:pt x="12426" y="2136"/>
                  </a:cubicBezTo>
                  <a:cubicBezTo>
                    <a:pt x="13267" y="1237"/>
                    <a:pt x="14449" y="733"/>
                    <a:pt x="15798" y="733"/>
                  </a:cubicBezTo>
                  <a:lnTo>
                    <a:pt x="37383" y="733"/>
                  </a:lnTo>
                  <a:cubicBezTo>
                    <a:pt x="38674" y="733"/>
                    <a:pt x="39911" y="1237"/>
                    <a:pt x="40756" y="2136"/>
                  </a:cubicBezTo>
                  <a:cubicBezTo>
                    <a:pt x="41597" y="2982"/>
                    <a:pt x="42159" y="4160"/>
                    <a:pt x="42159" y="5509"/>
                  </a:cubicBezTo>
                  <a:lnTo>
                    <a:pt x="42159" y="57844"/>
                  </a:lnTo>
                  <a:lnTo>
                    <a:pt x="42834" y="57844"/>
                  </a:lnTo>
                  <a:lnTo>
                    <a:pt x="42834" y="5509"/>
                  </a:lnTo>
                  <a:cubicBezTo>
                    <a:pt x="42834" y="3994"/>
                    <a:pt x="42272" y="2586"/>
                    <a:pt x="41260" y="1633"/>
                  </a:cubicBezTo>
                  <a:cubicBezTo>
                    <a:pt x="40248" y="621"/>
                    <a:pt x="38899" y="0"/>
                    <a:pt x="373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0"/>
            <p:cNvSpPr/>
            <p:nvPr/>
          </p:nvSpPr>
          <p:spPr>
            <a:xfrm>
              <a:off x="6086202" y="2912215"/>
              <a:ext cx="1628245" cy="624781"/>
            </a:xfrm>
            <a:custGeom>
              <a:avLst/>
              <a:gdLst/>
              <a:ahLst/>
              <a:cxnLst/>
              <a:rect l="l" t="t" r="r" b="b"/>
              <a:pathLst>
                <a:path w="58739" h="22539" extrusionOk="0">
                  <a:moveTo>
                    <a:pt x="14840" y="1"/>
                  </a:moveTo>
                  <a:lnTo>
                    <a:pt x="14840" y="5676"/>
                  </a:lnTo>
                  <a:cubicBezTo>
                    <a:pt x="14840" y="8261"/>
                    <a:pt x="12758" y="10343"/>
                    <a:pt x="10172" y="10343"/>
                  </a:cubicBezTo>
                  <a:lnTo>
                    <a:pt x="6125" y="10343"/>
                  </a:lnTo>
                  <a:cubicBezTo>
                    <a:pt x="2752" y="10343"/>
                    <a:pt x="0" y="13095"/>
                    <a:pt x="0" y="16468"/>
                  </a:cubicBezTo>
                  <a:cubicBezTo>
                    <a:pt x="0" y="19787"/>
                    <a:pt x="2752" y="22539"/>
                    <a:pt x="6125" y="22539"/>
                  </a:cubicBezTo>
                  <a:lnTo>
                    <a:pt x="58738" y="22539"/>
                  </a:lnTo>
                  <a:lnTo>
                    <a:pt x="58738" y="21136"/>
                  </a:lnTo>
                  <a:lnTo>
                    <a:pt x="6125" y="21136"/>
                  </a:lnTo>
                  <a:cubicBezTo>
                    <a:pt x="3539" y="21136"/>
                    <a:pt x="1403" y="19000"/>
                    <a:pt x="1403" y="16468"/>
                  </a:cubicBezTo>
                  <a:cubicBezTo>
                    <a:pt x="1403" y="13882"/>
                    <a:pt x="3539" y="11746"/>
                    <a:pt x="6125" y="11746"/>
                  </a:cubicBezTo>
                  <a:lnTo>
                    <a:pt x="10172" y="11746"/>
                  </a:lnTo>
                  <a:cubicBezTo>
                    <a:pt x="13545" y="11746"/>
                    <a:pt x="16243" y="9048"/>
                    <a:pt x="16243" y="5676"/>
                  </a:cubicBezTo>
                  <a:lnTo>
                    <a:pt x="162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0"/>
            <p:cNvSpPr/>
            <p:nvPr/>
          </p:nvSpPr>
          <p:spPr>
            <a:xfrm>
              <a:off x="6006675" y="2143996"/>
              <a:ext cx="590630" cy="685626"/>
            </a:xfrm>
            <a:custGeom>
              <a:avLst/>
              <a:gdLst/>
              <a:ahLst/>
              <a:cxnLst/>
              <a:rect l="l" t="t" r="r" b="b"/>
              <a:pathLst>
                <a:path w="21307" h="24734" extrusionOk="0">
                  <a:moveTo>
                    <a:pt x="0" y="0"/>
                  </a:moveTo>
                  <a:lnTo>
                    <a:pt x="0" y="18662"/>
                  </a:lnTo>
                  <a:cubicBezTo>
                    <a:pt x="0" y="22035"/>
                    <a:pt x="2698" y="24733"/>
                    <a:pt x="6071" y="24733"/>
                  </a:cubicBezTo>
                  <a:lnTo>
                    <a:pt x="15235" y="24733"/>
                  </a:lnTo>
                  <a:cubicBezTo>
                    <a:pt x="18550" y="24733"/>
                    <a:pt x="21306" y="22035"/>
                    <a:pt x="21306" y="18662"/>
                  </a:cubicBezTo>
                  <a:lnTo>
                    <a:pt x="213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0"/>
            <p:cNvSpPr/>
            <p:nvPr/>
          </p:nvSpPr>
          <p:spPr>
            <a:xfrm>
              <a:off x="6006675" y="2472833"/>
              <a:ext cx="590630" cy="356784"/>
            </a:xfrm>
            <a:custGeom>
              <a:avLst/>
              <a:gdLst/>
              <a:ahLst/>
              <a:cxnLst/>
              <a:rect l="l" t="t" r="r" b="b"/>
              <a:pathLst>
                <a:path w="21307" h="12871" extrusionOk="0">
                  <a:moveTo>
                    <a:pt x="0" y="0"/>
                  </a:moveTo>
                  <a:lnTo>
                    <a:pt x="0" y="6799"/>
                  </a:lnTo>
                  <a:cubicBezTo>
                    <a:pt x="0" y="10172"/>
                    <a:pt x="2698" y="12870"/>
                    <a:pt x="6071" y="12870"/>
                  </a:cubicBezTo>
                  <a:lnTo>
                    <a:pt x="15235" y="12870"/>
                  </a:lnTo>
                  <a:cubicBezTo>
                    <a:pt x="18550" y="12870"/>
                    <a:pt x="21306" y="10172"/>
                    <a:pt x="21306" y="6799"/>
                  </a:cubicBezTo>
                  <a:lnTo>
                    <a:pt x="2130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0"/>
            <p:cNvSpPr/>
            <p:nvPr/>
          </p:nvSpPr>
          <p:spPr>
            <a:xfrm>
              <a:off x="6006675" y="1991289"/>
              <a:ext cx="252446" cy="247845"/>
            </a:xfrm>
            <a:custGeom>
              <a:avLst/>
              <a:gdLst/>
              <a:ahLst/>
              <a:cxnLst/>
              <a:rect l="l" t="t" r="r" b="b"/>
              <a:pathLst>
                <a:path w="9107" h="8941" extrusionOk="0">
                  <a:moveTo>
                    <a:pt x="5059" y="2137"/>
                  </a:moveTo>
                  <a:cubicBezTo>
                    <a:pt x="6129" y="2137"/>
                    <a:pt x="7029" y="2982"/>
                    <a:pt x="7029" y="4106"/>
                  </a:cubicBezTo>
                  <a:lnTo>
                    <a:pt x="7029" y="6858"/>
                  </a:lnTo>
                  <a:lnTo>
                    <a:pt x="2082" y="6858"/>
                  </a:lnTo>
                  <a:lnTo>
                    <a:pt x="2082" y="4106"/>
                  </a:lnTo>
                  <a:cubicBezTo>
                    <a:pt x="2082" y="2982"/>
                    <a:pt x="2981" y="2137"/>
                    <a:pt x="4047" y="2137"/>
                  </a:cubicBezTo>
                  <a:close/>
                  <a:moveTo>
                    <a:pt x="4047" y="1"/>
                  </a:moveTo>
                  <a:cubicBezTo>
                    <a:pt x="1857" y="1"/>
                    <a:pt x="0" y="1858"/>
                    <a:pt x="0" y="4106"/>
                  </a:cubicBezTo>
                  <a:lnTo>
                    <a:pt x="0" y="8940"/>
                  </a:lnTo>
                  <a:lnTo>
                    <a:pt x="9106" y="8940"/>
                  </a:lnTo>
                  <a:lnTo>
                    <a:pt x="9106" y="4106"/>
                  </a:lnTo>
                  <a:cubicBezTo>
                    <a:pt x="9106" y="1858"/>
                    <a:pt x="7254" y="1"/>
                    <a:pt x="50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0"/>
            <p:cNvSpPr/>
            <p:nvPr/>
          </p:nvSpPr>
          <p:spPr>
            <a:xfrm>
              <a:off x="6201488" y="2315386"/>
              <a:ext cx="395814" cy="314788"/>
            </a:xfrm>
            <a:custGeom>
              <a:avLst/>
              <a:gdLst/>
              <a:ahLst/>
              <a:cxnLst/>
              <a:rect l="l" t="t" r="r" b="b"/>
              <a:pathLst>
                <a:path w="14279" h="11356" extrusionOk="0">
                  <a:moveTo>
                    <a:pt x="1" y="0"/>
                  </a:moveTo>
                  <a:lnTo>
                    <a:pt x="1" y="11355"/>
                  </a:lnTo>
                  <a:lnTo>
                    <a:pt x="14278" y="11355"/>
                  </a:lnTo>
                  <a:lnTo>
                    <a:pt x="142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0"/>
            <p:cNvSpPr/>
            <p:nvPr/>
          </p:nvSpPr>
          <p:spPr>
            <a:xfrm>
              <a:off x="6321403" y="2365253"/>
              <a:ext cx="154345" cy="215052"/>
            </a:xfrm>
            <a:custGeom>
              <a:avLst/>
              <a:gdLst/>
              <a:ahLst/>
              <a:cxnLst/>
              <a:rect l="l" t="t" r="r" b="b"/>
              <a:pathLst>
                <a:path w="5568" h="7758" extrusionOk="0">
                  <a:moveTo>
                    <a:pt x="2811" y="0"/>
                  </a:moveTo>
                  <a:cubicBezTo>
                    <a:pt x="2811" y="0"/>
                    <a:pt x="1" y="3431"/>
                    <a:pt x="1" y="4947"/>
                  </a:cubicBezTo>
                  <a:cubicBezTo>
                    <a:pt x="1" y="6467"/>
                    <a:pt x="1237" y="7757"/>
                    <a:pt x="2811" y="7757"/>
                  </a:cubicBezTo>
                  <a:cubicBezTo>
                    <a:pt x="4331" y="7757"/>
                    <a:pt x="5568" y="6467"/>
                    <a:pt x="5568" y="4947"/>
                  </a:cubicBezTo>
                  <a:cubicBezTo>
                    <a:pt x="5568" y="3431"/>
                    <a:pt x="2811" y="0"/>
                    <a:pt x="28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0"/>
            <p:cNvSpPr/>
            <p:nvPr/>
          </p:nvSpPr>
          <p:spPr>
            <a:xfrm>
              <a:off x="6006675" y="2144000"/>
              <a:ext cx="590630" cy="115625"/>
            </a:xfrm>
            <a:custGeom>
              <a:avLst/>
              <a:gdLst/>
              <a:ahLst/>
              <a:cxnLst/>
              <a:rect l="l" t="t" r="r" b="b"/>
              <a:pathLst>
                <a:path w="21307" h="2699" extrusionOk="0">
                  <a:moveTo>
                    <a:pt x="0" y="0"/>
                  </a:moveTo>
                  <a:lnTo>
                    <a:pt x="0" y="2698"/>
                  </a:lnTo>
                  <a:lnTo>
                    <a:pt x="21306" y="2698"/>
                  </a:lnTo>
                  <a:lnTo>
                    <a:pt x="2130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0"/>
            <p:cNvSpPr/>
            <p:nvPr/>
          </p:nvSpPr>
          <p:spPr>
            <a:xfrm>
              <a:off x="6438324" y="2630141"/>
              <a:ext cx="158974" cy="330339"/>
            </a:xfrm>
            <a:custGeom>
              <a:avLst/>
              <a:gdLst/>
              <a:ahLst/>
              <a:cxnLst/>
              <a:rect l="l" t="t" r="r" b="b"/>
              <a:pathLst>
                <a:path w="5735" h="11917" extrusionOk="0">
                  <a:moveTo>
                    <a:pt x="1" y="0"/>
                  </a:moveTo>
                  <a:lnTo>
                    <a:pt x="1" y="9052"/>
                  </a:lnTo>
                  <a:cubicBezTo>
                    <a:pt x="1" y="10626"/>
                    <a:pt x="1237" y="11917"/>
                    <a:pt x="2865" y="11917"/>
                  </a:cubicBezTo>
                  <a:cubicBezTo>
                    <a:pt x="4439" y="11917"/>
                    <a:pt x="5734" y="10626"/>
                    <a:pt x="5734" y="9052"/>
                  </a:cubicBezTo>
                  <a:lnTo>
                    <a:pt x="57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0"/>
            <p:cNvSpPr/>
            <p:nvPr/>
          </p:nvSpPr>
          <p:spPr>
            <a:xfrm>
              <a:off x="7035042" y="2866977"/>
              <a:ext cx="370866" cy="1125016"/>
            </a:xfrm>
            <a:custGeom>
              <a:avLst/>
              <a:gdLst/>
              <a:ahLst/>
              <a:cxnLst/>
              <a:rect l="l" t="t" r="r" b="b"/>
              <a:pathLst>
                <a:path w="13379" h="40585" extrusionOk="0">
                  <a:moveTo>
                    <a:pt x="11917" y="0"/>
                  </a:moveTo>
                  <a:lnTo>
                    <a:pt x="10456" y="787"/>
                  </a:lnTo>
                  <a:cubicBezTo>
                    <a:pt x="6804" y="2644"/>
                    <a:pt x="3881" y="5846"/>
                    <a:pt x="2082" y="9668"/>
                  </a:cubicBezTo>
                  <a:cubicBezTo>
                    <a:pt x="733" y="12425"/>
                    <a:pt x="0" y="15514"/>
                    <a:pt x="0" y="18608"/>
                  </a:cubicBezTo>
                  <a:lnTo>
                    <a:pt x="0" y="40584"/>
                  </a:lnTo>
                  <a:lnTo>
                    <a:pt x="3261" y="40584"/>
                  </a:lnTo>
                  <a:lnTo>
                    <a:pt x="3261" y="18608"/>
                  </a:lnTo>
                  <a:cubicBezTo>
                    <a:pt x="3261" y="12425"/>
                    <a:pt x="6804" y="6296"/>
                    <a:pt x="11917" y="3656"/>
                  </a:cubicBezTo>
                  <a:lnTo>
                    <a:pt x="13379" y="2869"/>
                  </a:lnTo>
                  <a:lnTo>
                    <a:pt x="119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0"/>
            <p:cNvSpPr/>
            <p:nvPr/>
          </p:nvSpPr>
          <p:spPr>
            <a:xfrm>
              <a:off x="7035042" y="2499250"/>
              <a:ext cx="369369" cy="461233"/>
            </a:xfrm>
            <a:custGeom>
              <a:avLst/>
              <a:gdLst/>
              <a:ahLst/>
              <a:cxnLst/>
              <a:rect l="l" t="t" r="r" b="b"/>
              <a:pathLst>
                <a:path w="13325" h="16639" extrusionOk="0">
                  <a:moveTo>
                    <a:pt x="0" y="0"/>
                  </a:moveTo>
                  <a:cubicBezTo>
                    <a:pt x="338" y="3207"/>
                    <a:pt x="1349" y="6242"/>
                    <a:pt x="2982" y="8940"/>
                  </a:cubicBezTo>
                  <a:cubicBezTo>
                    <a:pt x="4834" y="11917"/>
                    <a:pt x="7308" y="14336"/>
                    <a:pt x="10343" y="15910"/>
                  </a:cubicBezTo>
                  <a:lnTo>
                    <a:pt x="11863" y="16639"/>
                  </a:lnTo>
                  <a:lnTo>
                    <a:pt x="13325" y="13774"/>
                  </a:lnTo>
                  <a:lnTo>
                    <a:pt x="11805" y="12987"/>
                  </a:lnTo>
                  <a:cubicBezTo>
                    <a:pt x="7254" y="10680"/>
                    <a:pt x="3935" y="5509"/>
                    <a:pt x="326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0"/>
            <p:cNvSpPr/>
            <p:nvPr/>
          </p:nvSpPr>
          <p:spPr>
            <a:xfrm>
              <a:off x="6869862" y="0"/>
              <a:ext cx="255578" cy="5143585"/>
            </a:xfrm>
            <a:custGeom>
              <a:avLst/>
              <a:gdLst/>
              <a:ahLst/>
              <a:cxnLst/>
              <a:rect l="l" t="t" r="r" b="b"/>
              <a:pathLst>
                <a:path w="9220" h="185555" extrusionOk="0">
                  <a:moveTo>
                    <a:pt x="1" y="0"/>
                  </a:moveTo>
                  <a:lnTo>
                    <a:pt x="1" y="92411"/>
                  </a:lnTo>
                  <a:cubicBezTo>
                    <a:pt x="1" y="96966"/>
                    <a:pt x="734" y="101463"/>
                    <a:pt x="2249" y="105789"/>
                  </a:cubicBezTo>
                  <a:cubicBezTo>
                    <a:pt x="2308" y="106014"/>
                    <a:pt x="2420" y="106239"/>
                    <a:pt x="2474" y="106522"/>
                  </a:cubicBezTo>
                  <a:lnTo>
                    <a:pt x="3486" y="109274"/>
                  </a:lnTo>
                  <a:lnTo>
                    <a:pt x="3711" y="109895"/>
                  </a:lnTo>
                  <a:cubicBezTo>
                    <a:pt x="4219" y="111410"/>
                    <a:pt x="4669" y="112930"/>
                    <a:pt x="5060" y="114504"/>
                  </a:cubicBezTo>
                  <a:cubicBezTo>
                    <a:pt x="5510" y="116640"/>
                    <a:pt x="5793" y="118776"/>
                    <a:pt x="5905" y="120966"/>
                  </a:cubicBezTo>
                  <a:cubicBezTo>
                    <a:pt x="5959" y="121587"/>
                    <a:pt x="5959" y="122261"/>
                    <a:pt x="5959" y="122877"/>
                  </a:cubicBezTo>
                  <a:lnTo>
                    <a:pt x="5959" y="185555"/>
                  </a:lnTo>
                  <a:lnTo>
                    <a:pt x="9220" y="185555"/>
                  </a:lnTo>
                  <a:lnTo>
                    <a:pt x="9220" y="122877"/>
                  </a:lnTo>
                  <a:cubicBezTo>
                    <a:pt x="9220" y="122261"/>
                    <a:pt x="9166" y="121587"/>
                    <a:pt x="9166" y="120966"/>
                  </a:cubicBezTo>
                  <a:cubicBezTo>
                    <a:pt x="9053" y="118326"/>
                    <a:pt x="8657" y="115682"/>
                    <a:pt x="8041" y="113096"/>
                  </a:cubicBezTo>
                  <a:cubicBezTo>
                    <a:pt x="7704" y="111806"/>
                    <a:pt x="7308" y="110511"/>
                    <a:pt x="6917" y="109274"/>
                  </a:cubicBezTo>
                  <a:lnTo>
                    <a:pt x="6746" y="108770"/>
                  </a:lnTo>
                  <a:lnTo>
                    <a:pt x="5510" y="105398"/>
                  </a:lnTo>
                  <a:cubicBezTo>
                    <a:pt x="5343" y="104948"/>
                    <a:pt x="5172" y="104498"/>
                    <a:pt x="5060" y="103990"/>
                  </a:cubicBezTo>
                  <a:cubicBezTo>
                    <a:pt x="3823" y="100280"/>
                    <a:pt x="3261" y="96346"/>
                    <a:pt x="3261" y="92411"/>
                  </a:cubicBezTo>
                  <a:lnTo>
                    <a:pt x="32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0"/>
            <p:cNvSpPr/>
            <p:nvPr/>
          </p:nvSpPr>
          <p:spPr>
            <a:xfrm>
              <a:off x="6869862" y="0"/>
              <a:ext cx="255578" cy="5143585"/>
            </a:xfrm>
            <a:custGeom>
              <a:avLst/>
              <a:gdLst/>
              <a:ahLst/>
              <a:cxnLst/>
              <a:rect l="l" t="t" r="r" b="b"/>
              <a:pathLst>
                <a:path w="9220" h="185555" extrusionOk="0">
                  <a:moveTo>
                    <a:pt x="5959" y="0"/>
                  </a:moveTo>
                  <a:lnTo>
                    <a:pt x="5959" y="95617"/>
                  </a:lnTo>
                  <a:cubicBezTo>
                    <a:pt x="5959" y="98482"/>
                    <a:pt x="5681" y="101292"/>
                    <a:pt x="5060" y="103990"/>
                  </a:cubicBezTo>
                  <a:cubicBezTo>
                    <a:pt x="4669" y="105564"/>
                    <a:pt x="4219" y="107138"/>
                    <a:pt x="3711" y="108658"/>
                  </a:cubicBezTo>
                  <a:lnTo>
                    <a:pt x="3486" y="109274"/>
                  </a:lnTo>
                  <a:lnTo>
                    <a:pt x="2474" y="111972"/>
                  </a:lnTo>
                  <a:cubicBezTo>
                    <a:pt x="1462" y="114895"/>
                    <a:pt x="734" y="117931"/>
                    <a:pt x="338" y="120966"/>
                  </a:cubicBezTo>
                  <a:cubicBezTo>
                    <a:pt x="284" y="121416"/>
                    <a:pt x="226" y="121924"/>
                    <a:pt x="172" y="122373"/>
                  </a:cubicBezTo>
                  <a:cubicBezTo>
                    <a:pt x="59" y="123610"/>
                    <a:pt x="1" y="124901"/>
                    <a:pt x="1" y="126137"/>
                  </a:cubicBezTo>
                  <a:lnTo>
                    <a:pt x="1" y="185555"/>
                  </a:lnTo>
                  <a:lnTo>
                    <a:pt x="3261" y="185555"/>
                  </a:lnTo>
                  <a:lnTo>
                    <a:pt x="3261" y="126137"/>
                  </a:lnTo>
                  <a:cubicBezTo>
                    <a:pt x="3261" y="124397"/>
                    <a:pt x="3374" y="122652"/>
                    <a:pt x="3598" y="120966"/>
                  </a:cubicBezTo>
                  <a:cubicBezTo>
                    <a:pt x="3882" y="118776"/>
                    <a:pt x="4385" y="116640"/>
                    <a:pt x="5060" y="114504"/>
                  </a:cubicBezTo>
                  <a:cubicBezTo>
                    <a:pt x="5172" y="114054"/>
                    <a:pt x="5343" y="113546"/>
                    <a:pt x="5510" y="113096"/>
                  </a:cubicBezTo>
                  <a:lnTo>
                    <a:pt x="6746" y="109724"/>
                  </a:lnTo>
                  <a:cubicBezTo>
                    <a:pt x="6805" y="109557"/>
                    <a:pt x="6859" y="109445"/>
                    <a:pt x="6917" y="109274"/>
                  </a:cubicBezTo>
                  <a:cubicBezTo>
                    <a:pt x="8041" y="106014"/>
                    <a:pt x="8770" y="102641"/>
                    <a:pt x="9053" y="99215"/>
                  </a:cubicBezTo>
                  <a:lnTo>
                    <a:pt x="9053" y="99102"/>
                  </a:lnTo>
                  <a:cubicBezTo>
                    <a:pt x="9166" y="97919"/>
                    <a:pt x="9220" y="96795"/>
                    <a:pt x="9220" y="95617"/>
                  </a:cubicBezTo>
                  <a:lnTo>
                    <a:pt x="92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0"/>
            <p:cNvSpPr/>
            <p:nvPr/>
          </p:nvSpPr>
          <p:spPr>
            <a:xfrm>
              <a:off x="7516559" y="2084787"/>
              <a:ext cx="1014330" cy="1639222"/>
            </a:xfrm>
            <a:custGeom>
              <a:avLst/>
              <a:gdLst/>
              <a:ahLst/>
              <a:cxnLst/>
              <a:rect l="l" t="t" r="r" b="b"/>
              <a:pathLst>
                <a:path w="36592" h="59135" extrusionOk="0">
                  <a:moveTo>
                    <a:pt x="16019" y="0"/>
                  </a:moveTo>
                  <a:cubicBezTo>
                    <a:pt x="8320" y="0"/>
                    <a:pt x="1854" y="5455"/>
                    <a:pt x="338" y="12704"/>
                  </a:cubicBezTo>
                  <a:cubicBezTo>
                    <a:pt x="113" y="13774"/>
                    <a:pt x="1" y="14898"/>
                    <a:pt x="1" y="16023"/>
                  </a:cubicBezTo>
                  <a:cubicBezTo>
                    <a:pt x="1" y="20236"/>
                    <a:pt x="1629" y="24059"/>
                    <a:pt x="4327" y="26928"/>
                  </a:cubicBezTo>
                  <a:cubicBezTo>
                    <a:pt x="5676" y="28389"/>
                    <a:pt x="5676" y="30691"/>
                    <a:pt x="4327" y="32211"/>
                  </a:cubicBezTo>
                  <a:cubicBezTo>
                    <a:pt x="1629" y="35076"/>
                    <a:pt x="1" y="38898"/>
                    <a:pt x="1" y="43116"/>
                  </a:cubicBezTo>
                  <a:cubicBezTo>
                    <a:pt x="1" y="44016"/>
                    <a:pt x="113" y="44915"/>
                    <a:pt x="226" y="45814"/>
                  </a:cubicBezTo>
                  <a:cubicBezTo>
                    <a:pt x="1516" y="53347"/>
                    <a:pt x="8095" y="59134"/>
                    <a:pt x="16019" y="59134"/>
                  </a:cubicBezTo>
                  <a:cubicBezTo>
                    <a:pt x="16806" y="59134"/>
                    <a:pt x="17539" y="59080"/>
                    <a:pt x="18267" y="58968"/>
                  </a:cubicBezTo>
                  <a:cubicBezTo>
                    <a:pt x="18663" y="58909"/>
                    <a:pt x="19054" y="58855"/>
                    <a:pt x="19391" y="58743"/>
                  </a:cubicBezTo>
                  <a:lnTo>
                    <a:pt x="20911" y="58572"/>
                  </a:lnTo>
                  <a:cubicBezTo>
                    <a:pt x="29905" y="57281"/>
                    <a:pt x="36592" y="49578"/>
                    <a:pt x="36592" y="40472"/>
                  </a:cubicBezTo>
                  <a:lnTo>
                    <a:pt x="36592" y="18550"/>
                  </a:lnTo>
                  <a:cubicBezTo>
                    <a:pt x="36592" y="9502"/>
                    <a:pt x="29905" y="1799"/>
                    <a:pt x="20911" y="508"/>
                  </a:cubicBezTo>
                  <a:lnTo>
                    <a:pt x="18267" y="171"/>
                  </a:lnTo>
                  <a:lnTo>
                    <a:pt x="17201" y="0"/>
                  </a:lnTo>
                  <a:lnTo>
                    <a:pt x="17201" y="59"/>
                  </a:lnTo>
                  <a:cubicBezTo>
                    <a:pt x="16806" y="0"/>
                    <a:pt x="16414" y="0"/>
                    <a:pt x="160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0"/>
            <p:cNvSpPr/>
            <p:nvPr/>
          </p:nvSpPr>
          <p:spPr>
            <a:xfrm>
              <a:off x="7516559" y="2436908"/>
              <a:ext cx="506389" cy="917865"/>
            </a:xfrm>
            <a:custGeom>
              <a:avLst/>
              <a:gdLst/>
              <a:ahLst/>
              <a:cxnLst/>
              <a:rect l="l" t="t" r="r" b="b"/>
              <a:pathLst>
                <a:path w="18268" h="33112" extrusionOk="0">
                  <a:moveTo>
                    <a:pt x="338" y="1"/>
                  </a:moveTo>
                  <a:cubicBezTo>
                    <a:pt x="113" y="1071"/>
                    <a:pt x="1" y="2195"/>
                    <a:pt x="1" y="3320"/>
                  </a:cubicBezTo>
                  <a:cubicBezTo>
                    <a:pt x="1" y="7533"/>
                    <a:pt x="1629" y="11356"/>
                    <a:pt x="4327" y="14225"/>
                  </a:cubicBezTo>
                  <a:cubicBezTo>
                    <a:pt x="5676" y="15686"/>
                    <a:pt x="5676" y="17988"/>
                    <a:pt x="4327" y="19508"/>
                  </a:cubicBezTo>
                  <a:cubicBezTo>
                    <a:pt x="1629" y="22373"/>
                    <a:pt x="1" y="26195"/>
                    <a:pt x="1" y="30413"/>
                  </a:cubicBezTo>
                  <a:cubicBezTo>
                    <a:pt x="1" y="31313"/>
                    <a:pt x="113" y="32212"/>
                    <a:pt x="226" y="33111"/>
                  </a:cubicBezTo>
                  <a:lnTo>
                    <a:pt x="11409" y="33111"/>
                  </a:lnTo>
                  <a:cubicBezTo>
                    <a:pt x="15232" y="33111"/>
                    <a:pt x="18267" y="30018"/>
                    <a:pt x="18267" y="26195"/>
                  </a:cubicBezTo>
                  <a:lnTo>
                    <a:pt x="18267" y="6917"/>
                  </a:lnTo>
                  <a:cubicBezTo>
                    <a:pt x="18267" y="3095"/>
                    <a:pt x="15232" y="1"/>
                    <a:pt x="114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0"/>
            <p:cNvSpPr/>
            <p:nvPr/>
          </p:nvSpPr>
          <p:spPr>
            <a:xfrm>
              <a:off x="8022911" y="2089527"/>
              <a:ext cx="507969" cy="621676"/>
            </a:xfrm>
            <a:custGeom>
              <a:avLst/>
              <a:gdLst/>
              <a:ahLst/>
              <a:cxnLst/>
              <a:rect l="l" t="t" r="r" b="b"/>
              <a:pathLst>
                <a:path w="18325" h="22427" extrusionOk="0">
                  <a:moveTo>
                    <a:pt x="0" y="0"/>
                  </a:moveTo>
                  <a:lnTo>
                    <a:pt x="0" y="0"/>
                  </a:lnTo>
                  <a:lnTo>
                    <a:pt x="2644" y="337"/>
                  </a:lnTo>
                  <a:cubicBezTo>
                    <a:pt x="11638" y="1628"/>
                    <a:pt x="18325" y="9331"/>
                    <a:pt x="18325" y="18379"/>
                  </a:cubicBezTo>
                  <a:lnTo>
                    <a:pt x="18325" y="22426"/>
                  </a:lnTo>
                  <a:lnTo>
                    <a:pt x="18325" y="18379"/>
                  </a:lnTo>
                  <a:cubicBezTo>
                    <a:pt x="18325" y="9331"/>
                    <a:pt x="11638" y="1628"/>
                    <a:pt x="2644" y="337"/>
                  </a:cubicBezTo>
                  <a:close/>
                </a:path>
              </a:pathLst>
            </a:custGeom>
            <a:solidFill>
              <a:srgbClr val="C77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8022911" y="2089527"/>
              <a:ext cx="507969" cy="621676"/>
            </a:xfrm>
            <a:custGeom>
              <a:avLst/>
              <a:gdLst/>
              <a:ahLst/>
              <a:cxnLst/>
              <a:rect l="l" t="t" r="r" b="b"/>
              <a:pathLst>
                <a:path w="18325" h="22427" extrusionOk="0">
                  <a:moveTo>
                    <a:pt x="0" y="0"/>
                  </a:moveTo>
                  <a:lnTo>
                    <a:pt x="0" y="8935"/>
                  </a:lnTo>
                  <a:cubicBezTo>
                    <a:pt x="0" y="16355"/>
                    <a:pt x="6071" y="22426"/>
                    <a:pt x="13491" y="22426"/>
                  </a:cubicBezTo>
                  <a:lnTo>
                    <a:pt x="18325" y="22426"/>
                  </a:lnTo>
                  <a:lnTo>
                    <a:pt x="18325" y="18379"/>
                  </a:lnTo>
                  <a:cubicBezTo>
                    <a:pt x="18325" y="9331"/>
                    <a:pt x="11638" y="1628"/>
                    <a:pt x="2644" y="337"/>
                  </a:cubicBez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0"/>
            <p:cNvSpPr/>
            <p:nvPr/>
          </p:nvSpPr>
          <p:spPr>
            <a:xfrm>
              <a:off x="8022911" y="3097576"/>
              <a:ext cx="507969" cy="621787"/>
            </a:xfrm>
            <a:custGeom>
              <a:avLst/>
              <a:gdLst/>
              <a:ahLst/>
              <a:cxnLst/>
              <a:rect l="l" t="t" r="r" b="b"/>
              <a:pathLst>
                <a:path w="18325" h="22431" extrusionOk="0">
                  <a:moveTo>
                    <a:pt x="13491" y="0"/>
                  </a:moveTo>
                  <a:cubicBezTo>
                    <a:pt x="6071" y="0"/>
                    <a:pt x="0" y="6017"/>
                    <a:pt x="0" y="13491"/>
                  </a:cubicBezTo>
                  <a:lnTo>
                    <a:pt x="0" y="22431"/>
                  </a:lnTo>
                  <a:cubicBezTo>
                    <a:pt x="396" y="22372"/>
                    <a:pt x="787" y="22318"/>
                    <a:pt x="1124" y="22206"/>
                  </a:cubicBezTo>
                  <a:lnTo>
                    <a:pt x="2644" y="22035"/>
                  </a:lnTo>
                  <a:cubicBezTo>
                    <a:pt x="11638" y="20744"/>
                    <a:pt x="18325" y="13041"/>
                    <a:pt x="18325" y="3935"/>
                  </a:cubicBezTo>
                  <a:lnTo>
                    <a:pt x="1832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0"/>
            <p:cNvSpPr/>
            <p:nvPr/>
          </p:nvSpPr>
          <p:spPr>
            <a:xfrm>
              <a:off x="7365376" y="2664403"/>
              <a:ext cx="657574" cy="479944"/>
            </a:xfrm>
            <a:custGeom>
              <a:avLst/>
              <a:gdLst/>
              <a:ahLst/>
              <a:cxnLst/>
              <a:rect l="l" t="t" r="r" b="b"/>
              <a:pathLst>
                <a:path w="23722" h="17314" extrusionOk="0">
                  <a:moveTo>
                    <a:pt x="23721" y="1"/>
                  </a:moveTo>
                  <a:cubicBezTo>
                    <a:pt x="21081" y="3711"/>
                    <a:pt x="16751" y="6184"/>
                    <a:pt x="11804" y="6184"/>
                  </a:cubicBezTo>
                  <a:cubicBezTo>
                    <a:pt x="8378" y="6184"/>
                    <a:pt x="5230" y="5006"/>
                    <a:pt x="2757" y="3036"/>
                  </a:cubicBezTo>
                  <a:cubicBezTo>
                    <a:pt x="2428" y="2773"/>
                    <a:pt x="2056" y="2654"/>
                    <a:pt x="1694" y="2654"/>
                  </a:cubicBezTo>
                  <a:cubicBezTo>
                    <a:pt x="818" y="2654"/>
                    <a:pt x="0" y="3351"/>
                    <a:pt x="0" y="4385"/>
                  </a:cubicBezTo>
                  <a:lnTo>
                    <a:pt x="0" y="13100"/>
                  </a:lnTo>
                  <a:cubicBezTo>
                    <a:pt x="0" y="14106"/>
                    <a:pt x="839" y="14795"/>
                    <a:pt x="1728" y="14795"/>
                  </a:cubicBezTo>
                  <a:cubicBezTo>
                    <a:pt x="2079" y="14795"/>
                    <a:pt x="2438" y="14687"/>
                    <a:pt x="2757" y="14449"/>
                  </a:cubicBezTo>
                  <a:cubicBezTo>
                    <a:pt x="5230" y="12426"/>
                    <a:pt x="8378" y="11243"/>
                    <a:pt x="11804" y="11243"/>
                  </a:cubicBezTo>
                  <a:cubicBezTo>
                    <a:pt x="16697" y="11243"/>
                    <a:pt x="20969" y="13662"/>
                    <a:pt x="23609" y="17314"/>
                  </a:cubicBezTo>
                  <a:lnTo>
                    <a:pt x="23721" y="17314"/>
                  </a:lnTo>
                  <a:lnTo>
                    <a:pt x="237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6" name="Google Shape;516;p30"/>
            <p:cNvGrpSpPr/>
            <p:nvPr/>
          </p:nvGrpSpPr>
          <p:grpSpPr>
            <a:xfrm>
              <a:off x="6196675" y="961325"/>
              <a:ext cx="2211875" cy="3466250"/>
              <a:chOff x="6196675" y="961325"/>
              <a:chExt cx="2211875" cy="3466250"/>
            </a:xfrm>
          </p:grpSpPr>
          <p:sp>
            <p:nvSpPr>
              <p:cNvPr id="517" name="Google Shape;517;p30"/>
              <p:cNvSpPr/>
              <p:nvPr/>
            </p:nvSpPr>
            <p:spPr>
              <a:xfrm>
                <a:off x="6196675" y="4128275"/>
                <a:ext cx="299275" cy="299300"/>
              </a:xfrm>
              <a:custGeom>
                <a:avLst/>
                <a:gdLst/>
                <a:ahLst/>
                <a:cxnLst/>
                <a:rect l="l" t="t" r="r" b="b"/>
                <a:pathLst>
                  <a:path w="11971" h="11972" extrusionOk="0">
                    <a:moveTo>
                      <a:pt x="5001" y="0"/>
                    </a:moveTo>
                    <a:lnTo>
                      <a:pt x="5001" y="5001"/>
                    </a:lnTo>
                    <a:lnTo>
                      <a:pt x="0" y="5001"/>
                    </a:lnTo>
                    <a:lnTo>
                      <a:pt x="0" y="6971"/>
                    </a:lnTo>
                    <a:lnTo>
                      <a:pt x="5001" y="6971"/>
                    </a:lnTo>
                    <a:lnTo>
                      <a:pt x="5001" y="11971"/>
                    </a:lnTo>
                    <a:lnTo>
                      <a:pt x="6970" y="11971"/>
                    </a:lnTo>
                    <a:lnTo>
                      <a:pt x="6970" y="6971"/>
                    </a:lnTo>
                    <a:lnTo>
                      <a:pt x="11971" y="6971"/>
                    </a:lnTo>
                    <a:lnTo>
                      <a:pt x="11971" y="5001"/>
                    </a:lnTo>
                    <a:lnTo>
                      <a:pt x="6970" y="5001"/>
                    </a:lnTo>
                    <a:lnTo>
                      <a:pt x="69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0"/>
              <p:cNvSpPr/>
              <p:nvPr/>
            </p:nvSpPr>
            <p:spPr>
              <a:xfrm>
                <a:off x="7516550" y="1832550"/>
                <a:ext cx="158750" cy="158750"/>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0"/>
              <p:cNvSpPr/>
              <p:nvPr/>
            </p:nvSpPr>
            <p:spPr>
              <a:xfrm>
                <a:off x="6386062" y="1383809"/>
                <a:ext cx="78470" cy="78532"/>
              </a:xfrm>
              <a:custGeom>
                <a:avLst/>
                <a:gdLst/>
                <a:ahLst/>
                <a:cxnLst/>
                <a:rect l="l" t="t" r="r" b="b"/>
                <a:pathLst>
                  <a:path w="6350" h="6355" extrusionOk="0">
                    <a:moveTo>
                      <a:pt x="3202" y="1"/>
                    </a:moveTo>
                    <a:cubicBezTo>
                      <a:pt x="1462" y="1"/>
                      <a:pt x="0" y="1408"/>
                      <a:pt x="0" y="3207"/>
                    </a:cubicBezTo>
                    <a:cubicBezTo>
                      <a:pt x="0" y="4947"/>
                      <a:pt x="1462" y="6355"/>
                      <a:pt x="3202" y="6355"/>
                    </a:cubicBezTo>
                    <a:cubicBezTo>
                      <a:pt x="4947" y="6355"/>
                      <a:pt x="6350" y="4947"/>
                      <a:pt x="6350" y="3207"/>
                    </a:cubicBezTo>
                    <a:cubicBezTo>
                      <a:pt x="6350" y="1408"/>
                      <a:pt x="4947" y="1"/>
                      <a:pt x="32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0"/>
              <p:cNvSpPr/>
              <p:nvPr/>
            </p:nvSpPr>
            <p:spPr>
              <a:xfrm>
                <a:off x="8109275" y="961325"/>
                <a:ext cx="299275" cy="299300"/>
              </a:xfrm>
              <a:custGeom>
                <a:avLst/>
                <a:gdLst/>
                <a:ahLst/>
                <a:cxnLst/>
                <a:rect l="l" t="t" r="r" b="b"/>
                <a:pathLst>
                  <a:path w="11971" h="11972" extrusionOk="0">
                    <a:moveTo>
                      <a:pt x="5001" y="0"/>
                    </a:moveTo>
                    <a:lnTo>
                      <a:pt x="5001" y="5001"/>
                    </a:lnTo>
                    <a:lnTo>
                      <a:pt x="0" y="5001"/>
                    </a:lnTo>
                    <a:lnTo>
                      <a:pt x="0" y="6971"/>
                    </a:lnTo>
                    <a:lnTo>
                      <a:pt x="5001" y="6971"/>
                    </a:lnTo>
                    <a:lnTo>
                      <a:pt x="5001" y="11971"/>
                    </a:lnTo>
                    <a:lnTo>
                      <a:pt x="6970" y="11971"/>
                    </a:lnTo>
                    <a:lnTo>
                      <a:pt x="6970" y="6971"/>
                    </a:lnTo>
                    <a:lnTo>
                      <a:pt x="11971" y="6971"/>
                    </a:lnTo>
                    <a:lnTo>
                      <a:pt x="11971" y="5001"/>
                    </a:lnTo>
                    <a:lnTo>
                      <a:pt x="6970" y="5001"/>
                    </a:lnTo>
                    <a:lnTo>
                      <a:pt x="697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0"/>
              <p:cNvSpPr/>
              <p:nvPr/>
            </p:nvSpPr>
            <p:spPr>
              <a:xfrm>
                <a:off x="8185387" y="4049734"/>
                <a:ext cx="78470" cy="78532"/>
              </a:xfrm>
              <a:custGeom>
                <a:avLst/>
                <a:gdLst/>
                <a:ahLst/>
                <a:cxnLst/>
                <a:rect l="l" t="t" r="r" b="b"/>
                <a:pathLst>
                  <a:path w="6350" h="6355" extrusionOk="0">
                    <a:moveTo>
                      <a:pt x="3202" y="1"/>
                    </a:moveTo>
                    <a:cubicBezTo>
                      <a:pt x="1462" y="1"/>
                      <a:pt x="0" y="1408"/>
                      <a:pt x="0" y="3207"/>
                    </a:cubicBezTo>
                    <a:cubicBezTo>
                      <a:pt x="0" y="4947"/>
                      <a:pt x="1462" y="6355"/>
                      <a:pt x="3202" y="6355"/>
                    </a:cubicBezTo>
                    <a:cubicBezTo>
                      <a:pt x="4947" y="6355"/>
                      <a:pt x="6350" y="4947"/>
                      <a:pt x="6350" y="3207"/>
                    </a:cubicBezTo>
                    <a:cubicBezTo>
                      <a:pt x="6350" y="1408"/>
                      <a:pt x="4947" y="1"/>
                      <a:pt x="32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 name="TextBox 4">
            <a:extLst>
              <a:ext uri="{FF2B5EF4-FFF2-40B4-BE49-F238E27FC236}">
                <a16:creationId xmlns:a16="http://schemas.microsoft.com/office/drawing/2014/main" id="{114B5766-C158-A989-B8E8-5F94453F9238}"/>
              </a:ext>
            </a:extLst>
          </p:cNvPr>
          <p:cNvSpPr txBox="1"/>
          <p:nvPr/>
        </p:nvSpPr>
        <p:spPr>
          <a:xfrm>
            <a:off x="-215474" y="3649858"/>
            <a:ext cx="4319100" cy="738664"/>
          </a:xfrm>
          <a:prstGeom prst="rect">
            <a:avLst/>
          </a:prstGeom>
          <a:noFill/>
        </p:spPr>
        <p:txBody>
          <a:bodyPr wrap="square">
            <a:spAutoFit/>
          </a:bodyPr>
          <a:lstStyle/>
          <a:p>
            <a:pPr marL="0" lvl="0" indent="0" algn="ctr" rtl="0">
              <a:spcBef>
                <a:spcPts val="0"/>
              </a:spcBef>
              <a:spcAft>
                <a:spcPts val="0"/>
              </a:spcAft>
              <a:buNone/>
            </a:pPr>
            <a:r>
              <a:rPr lang="en-US" b="1" dirty="0">
                <a:solidFill>
                  <a:schemeClr val="tx1"/>
                </a:solidFill>
              </a:rPr>
              <a:t>By: Herve, Carter and Sindy</a:t>
            </a:r>
          </a:p>
          <a:p>
            <a:pPr marL="0" lvl="0" indent="0" algn="ctr" rtl="0">
              <a:spcBef>
                <a:spcPts val="0"/>
              </a:spcBef>
              <a:spcAft>
                <a:spcPts val="0"/>
              </a:spcAft>
              <a:buNone/>
            </a:pPr>
            <a:r>
              <a:rPr lang="en-US" b="1" dirty="0">
                <a:solidFill>
                  <a:schemeClr val="tx1"/>
                </a:solidFill>
              </a:rPr>
              <a:t>Instructor: Jomis John</a:t>
            </a:r>
          </a:p>
          <a:p>
            <a:pPr marL="0" lvl="0" indent="0" algn="ctr" rtl="0">
              <a:spcBef>
                <a:spcPts val="0"/>
              </a:spcBef>
              <a:spcAft>
                <a:spcPts val="0"/>
              </a:spcAft>
              <a:buNone/>
            </a:pPr>
            <a:r>
              <a:rPr lang="en-US" b="1" dirty="0">
                <a:solidFill>
                  <a:schemeClr val="tx1"/>
                </a:solidFill>
              </a:rPr>
              <a:t>Winter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sp>
        <p:nvSpPr>
          <p:cNvPr id="536" name="Google Shape;536;p32"/>
          <p:cNvSpPr txBox="1">
            <a:spLocks noGrp="1"/>
          </p:cNvSpPr>
          <p:nvPr>
            <p:ph type="title" idx="2"/>
          </p:nvPr>
        </p:nvSpPr>
        <p:spPr>
          <a:xfrm>
            <a:off x="1234675" y="1509075"/>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537" name="Google Shape;537;p32"/>
          <p:cNvSpPr txBox="1">
            <a:spLocks noGrp="1"/>
          </p:cNvSpPr>
          <p:nvPr>
            <p:ph type="title" idx="3"/>
          </p:nvPr>
        </p:nvSpPr>
        <p:spPr>
          <a:xfrm>
            <a:off x="4869125" y="1509075"/>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538" name="Google Shape;538;p32"/>
          <p:cNvSpPr txBox="1">
            <a:spLocks noGrp="1"/>
          </p:cNvSpPr>
          <p:nvPr>
            <p:ph type="title" idx="4"/>
          </p:nvPr>
        </p:nvSpPr>
        <p:spPr>
          <a:xfrm>
            <a:off x="1234675" y="2529302"/>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539" name="Google Shape;539;p32"/>
          <p:cNvSpPr txBox="1">
            <a:spLocks noGrp="1"/>
          </p:cNvSpPr>
          <p:nvPr>
            <p:ph type="title" idx="5"/>
          </p:nvPr>
        </p:nvSpPr>
        <p:spPr>
          <a:xfrm>
            <a:off x="4869125" y="2529302"/>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540" name="Google Shape;540;p32"/>
          <p:cNvSpPr txBox="1">
            <a:spLocks noGrp="1"/>
          </p:cNvSpPr>
          <p:nvPr>
            <p:ph type="title" idx="6"/>
          </p:nvPr>
        </p:nvSpPr>
        <p:spPr>
          <a:xfrm>
            <a:off x="1234675" y="3549525"/>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541" name="Google Shape;541;p32"/>
          <p:cNvSpPr txBox="1">
            <a:spLocks noGrp="1"/>
          </p:cNvSpPr>
          <p:nvPr>
            <p:ph type="title" idx="7"/>
          </p:nvPr>
        </p:nvSpPr>
        <p:spPr>
          <a:xfrm>
            <a:off x="4869125" y="3549525"/>
            <a:ext cx="734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542" name="Google Shape;542;p32"/>
          <p:cNvSpPr txBox="1">
            <a:spLocks noGrp="1"/>
          </p:cNvSpPr>
          <p:nvPr>
            <p:ph type="subTitle" idx="1"/>
          </p:nvPr>
        </p:nvSpPr>
        <p:spPr>
          <a:xfrm>
            <a:off x="1969375" y="1509075"/>
            <a:ext cx="230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543" name="Google Shape;543;p32"/>
          <p:cNvSpPr txBox="1">
            <a:spLocks noGrp="1"/>
          </p:cNvSpPr>
          <p:nvPr>
            <p:ph type="subTitle" idx="8"/>
          </p:nvPr>
        </p:nvSpPr>
        <p:spPr>
          <a:xfrm>
            <a:off x="1969374" y="2529300"/>
            <a:ext cx="2694291" cy="447600"/>
          </a:xfrm>
          <a:prstGeom prst="rect">
            <a:avLst/>
          </a:prstGeom>
        </p:spPr>
        <p:txBody>
          <a:bodyPr spcFirstLastPara="1" wrap="square" lIns="91425" tIns="91425" rIns="91425" bIns="91425" anchor="b" anchorCtr="0">
            <a:noAutofit/>
          </a:bodyPr>
          <a:lstStyle/>
          <a:p>
            <a:pPr marL="0" lvl="0" indent="0"/>
            <a:r>
              <a:rPr lang="en-CA" dirty="0"/>
              <a:t>Database Foundation</a:t>
            </a:r>
            <a:endParaRPr dirty="0"/>
          </a:p>
        </p:txBody>
      </p:sp>
      <p:sp>
        <p:nvSpPr>
          <p:cNvPr id="544" name="Google Shape;544;p32"/>
          <p:cNvSpPr txBox="1">
            <a:spLocks noGrp="1"/>
          </p:cNvSpPr>
          <p:nvPr>
            <p:ph type="subTitle" idx="9"/>
          </p:nvPr>
        </p:nvSpPr>
        <p:spPr>
          <a:xfrm>
            <a:off x="1969375" y="3549525"/>
            <a:ext cx="2305500" cy="447600"/>
          </a:xfrm>
          <a:prstGeom prst="rect">
            <a:avLst/>
          </a:prstGeom>
        </p:spPr>
        <p:txBody>
          <a:bodyPr spcFirstLastPara="1" wrap="square" lIns="91425" tIns="91425" rIns="91425" bIns="91425" anchor="b" anchorCtr="0">
            <a:noAutofit/>
          </a:bodyPr>
          <a:lstStyle/>
          <a:p>
            <a:pPr marL="0" lvl="0" indent="0"/>
            <a:r>
              <a:rPr lang="en-CA" dirty="0"/>
              <a:t>Model Selection</a:t>
            </a:r>
            <a:endParaRPr dirty="0"/>
          </a:p>
        </p:txBody>
      </p:sp>
      <p:sp>
        <p:nvSpPr>
          <p:cNvPr id="545" name="Google Shape;545;p32"/>
          <p:cNvSpPr txBox="1">
            <a:spLocks noGrp="1"/>
          </p:cNvSpPr>
          <p:nvPr>
            <p:ph type="subTitle" idx="13"/>
          </p:nvPr>
        </p:nvSpPr>
        <p:spPr>
          <a:xfrm>
            <a:off x="5603825" y="1509075"/>
            <a:ext cx="2623458" cy="447600"/>
          </a:xfrm>
          <a:prstGeom prst="rect">
            <a:avLst/>
          </a:prstGeom>
        </p:spPr>
        <p:txBody>
          <a:bodyPr spcFirstLastPara="1" wrap="square" lIns="91425" tIns="91425" rIns="91425" bIns="91425" anchor="b" anchorCtr="0">
            <a:noAutofit/>
          </a:bodyPr>
          <a:lstStyle/>
          <a:p>
            <a:pPr marL="0" lvl="0" indent="0"/>
            <a:r>
              <a:rPr lang="en-CA" dirty="0"/>
              <a:t>Feature Engineering</a:t>
            </a:r>
            <a:endParaRPr dirty="0"/>
          </a:p>
        </p:txBody>
      </p:sp>
      <p:sp>
        <p:nvSpPr>
          <p:cNvPr id="546" name="Google Shape;546;p32"/>
          <p:cNvSpPr txBox="1">
            <a:spLocks noGrp="1"/>
          </p:cNvSpPr>
          <p:nvPr>
            <p:ph type="subTitle" idx="14"/>
          </p:nvPr>
        </p:nvSpPr>
        <p:spPr>
          <a:xfrm>
            <a:off x="5603825" y="2615293"/>
            <a:ext cx="2587983" cy="447600"/>
          </a:xfrm>
          <a:prstGeom prst="rect">
            <a:avLst/>
          </a:prstGeom>
        </p:spPr>
        <p:txBody>
          <a:bodyPr spcFirstLastPara="1" wrap="square" lIns="91425" tIns="91425" rIns="91425" bIns="91425" anchor="b" anchorCtr="0">
            <a:noAutofit/>
          </a:bodyPr>
          <a:lstStyle/>
          <a:p>
            <a:pPr marL="0" lvl="0" indent="0"/>
            <a:r>
              <a:rPr lang="en-US" dirty="0"/>
              <a:t>Live AI Inference &amp; Stress Test</a:t>
            </a:r>
            <a:endParaRPr dirty="0"/>
          </a:p>
        </p:txBody>
      </p:sp>
      <p:sp>
        <p:nvSpPr>
          <p:cNvPr id="547" name="Google Shape;547;p32"/>
          <p:cNvSpPr txBox="1">
            <a:spLocks noGrp="1"/>
          </p:cNvSpPr>
          <p:nvPr>
            <p:ph type="subTitle" idx="15"/>
          </p:nvPr>
        </p:nvSpPr>
        <p:spPr>
          <a:xfrm>
            <a:off x="5671200" y="3680208"/>
            <a:ext cx="2766733" cy="447600"/>
          </a:xfrm>
          <a:prstGeom prst="rect">
            <a:avLst/>
          </a:prstGeom>
        </p:spPr>
        <p:txBody>
          <a:bodyPr spcFirstLastPara="1" wrap="square" lIns="91425" tIns="91425" rIns="91425" bIns="91425" anchor="b" anchorCtr="0">
            <a:noAutofit/>
          </a:bodyPr>
          <a:lstStyle/>
          <a:p>
            <a:pPr marL="0" lvl="0" indent="0"/>
            <a:r>
              <a:rPr lang="en-CA" dirty="0"/>
              <a:t>Clinical Utility &amp; Ethical Governance</a:t>
            </a:r>
            <a:endParaRPr dirty="0"/>
          </a:p>
        </p:txBody>
      </p:sp>
      <p:grpSp>
        <p:nvGrpSpPr>
          <p:cNvPr id="548" name="Google Shape;548;p32"/>
          <p:cNvGrpSpPr/>
          <p:nvPr/>
        </p:nvGrpSpPr>
        <p:grpSpPr>
          <a:xfrm>
            <a:off x="7841061" y="2132178"/>
            <a:ext cx="1367502" cy="3041662"/>
            <a:chOff x="7909336" y="2132178"/>
            <a:chExt cx="1367502" cy="3041662"/>
          </a:xfrm>
        </p:grpSpPr>
        <p:sp>
          <p:nvSpPr>
            <p:cNvPr id="549" name="Google Shape;549;p32"/>
            <p:cNvSpPr/>
            <p:nvPr/>
          </p:nvSpPr>
          <p:spPr>
            <a:xfrm>
              <a:off x="8366391" y="2963569"/>
              <a:ext cx="910446" cy="2210271"/>
            </a:xfrm>
            <a:custGeom>
              <a:avLst/>
              <a:gdLst/>
              <a:ahLst/>
              <a:cxnLst/>
              <a:rect l="l" t="t" r="r" b="b"/>
              <a:pathLst>
                <a:path w="31996" h="77676" extrusionOk="0">
                  <a:moveTo>
                    <a:pt x="0" y="1"/>
                  </a:moveTo>
                  <a:lnTo>
                    <a:pt x="0" y="7229"/>
                  </a:lnTo>
                  <a:cubicBezTo>
                    <a:pt x="0" y="11851"/>
                    <a:pt x="3792" y="15643"/>
                    <a:pt x="8414" y="15643"/>
                  </a:cubicBezTo>
                  <a:lnTo>
                    <a:pt x="23639" y="15643"/>
                  </a:lnTo>
                  <a:cubicBezTo>
                    <a:pt x="27493" y="15643"/>
                    <a:pt x="30631" y="18781"/>
                    <a:pt x="30631" y="22634"/>
                  </a:cubicBezTo>
                  <a:lnTo>
                    <a:pt x="30631" y="77676"/>
                  </a:lnTo>
                  <a:lnTo>
                    <a:pt x="31996" y="77676"/>
                  </a:lnTo>
                  <a:lnTo>
                    <a:pt x="31996" y="22634"/>
                  </a:lnTo>
                  <a:cubicBezTo>
                    <a:pt x="31996" y="18013"/>
                    <a:pt x="28261" y="14221"/>
                    <a:pt x="23639" y="14221"/>
                  </a:cubicBezTo>
                  <a:lnTo>
                    <a:pt x="8414" y="14221"/>
                  </a:lnTo>
                  <a:cubicBezTo>
                    <a:pt x="4560" y="14221"/>
                    <a:pt x="1422" y="11078"/>
                    <a:pt x="1422" y="7229"/>
                  </a:cubicBezTo>
                  <a:lnTo>
                    <a:pt x="14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2"/>
            <p:cNvSpPr/>
            <p:nvPr/>
          </p:nvSpPr>
          <p:spPr>
            <a:xfrm>
              <a:off x="8083108" y="2896120"/>
              <a:ext cx="23618" cy="15138"/>
            </a:xfrm>
            <a:custGeom>
              <a:avLst/>
              <a:gdLst/>
              <a:ahLst/>
              <a:cxnLst/>
              <a:rect l="l" t="t" r="r" b="b"/>
              <a:pathLst>
                <a:path w="830" h="532" extrusionOk="0">
                  <a:moveTo>
                    <a:pt x="0" y="1"/>
                  </a:moveTo>
                  <a:lnTo>
                    <a:pt x="0" y="1"/>
                  </a:lnTo>
                  <a:cubicBezTo>
                    <a:pt x="156" y="93"/>
                    <a:pt x="313" y="188"/>
                    <a:pt x="461" y="282"/>
                  </a:cubicBezTo>
                  <a:lnTo>
                    <a:pt x="461" y="282"/>
                  </a:lnTo>
                  <a:cubicBezTo>
                    <a:pt x="343" y="168"/>
                    <a:pt x="169" y="55"/>
                    <a:pt x="0" y="1"/>
                  </a:cubicBezTo>
                  <a:close/>
                  <a:moveTo>
                    <a:pt x="461" y="282"/>
                  </a:moveTo>
                  <a:cubicBezTo>
                    <a:pt x="466" y="286"/>
                    <a:pt x="470" y="290"/>
                    <a:pt x="474" y="294"/>
                  </a:cubicBezTo>
                  <a:cubicBezTo>
                    <a:pt x="531" y="356"/>
                    <a:pt x="593" y="356"/>
                    <a:pt x="650" y="413"/>
                  </a:cubicBezTo>
                  <a:cubicBezTo>
                    <a:pt x="711" y="475"/>
                    <a:pt x="768" y="531"/>
                    <a:pt x="830" y="531"/>
                  </a:cubicBezTo>
                  <a:cubicBezTo>
                    <a:pt x="718" y="449"/>
                    <a:pt x="593" y="365"/>
                    <a:pt x="461" y="282"/>
                  </a:cubicBezTo>
                  <a:close/>
                </a:path>
              </a:pathLst>
            </a:custGeom>
            <a:solidFill>
              <a:srgbClr val="C77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2"/>
            <p:cNvSpPr/>
            <p:nvPr/>
          </p:nvSpPr>
          <p:spPr>
            <a:xfrm>
              <a:off x="7909336" y="2256974"/>
              <a:ext cx="596872" cy="716639"/>
            </a:xfrm>
            <a:custGeom>
              <a:avLst/>
              <a:gdLst/>
              <a:ahLst/>
              <a:cxnLst/>
              <a:rect l="l" t="t" r="r" b="b"/>
              <a:pathLst>
                <a:path w="20976" h="25185" extrusionOk="0">
                  <a:moveTo>
                    <a:pt x="1" y="0"/>
                  </a:moveTo>
                  <a:lnTo>
                    <a:pt x="1" y="18548"/>
                  </a:lnTo>
                  <a:cubicBezTo>
                    <a:pt x="1" y="22222"/>
                    <a:pt x="3025" y="25184"/>
                    <a:pt x="6699" y="25184"/>
                  </a:cubicBezTo>
                  <a:lnTo>
                    <a:pt x="14283" y="25184"/>
                  </a:lnTo>
                  <a:cubicBezTo>
                    <a:pt x="17956" y="25184"/>
                    <a:pt x="20976" y="22222"/>
                    <a:pt x="20976" y="18548"/>
                  </a:cubicBezTo>
                  <a:lnTo>
                    <a:pt x="209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2"/>
            <p:cNvSpPr/>
            <p:nvPr/>
          </p:nvSpPr>
          <p:spPr>
            <a:xfrm>
              <a:off x="7909336" y="2256974"/>
              <a:ext cx="596872" cy="342342"/>
            </a:xfrm>
            <a:custGeom>
              <a:avLst/>
              <a:gdLst/>
              <a:ahLst/>
              <a:cxnLst/>
              <a:rect l="l" t="t" r="r" b="b"/>
              <a:pathLst>
                <a:path w="20976" h="12031" extrusionOk="0">
                  <a:moveTo>
                    <a:pt x="1" y="0"/>
                  </a:moveTo>
                  <a:lnTo>
                    <a:pt x="1" y="12030"/>
                  </a:lnTo>
                  <a:lnTo>
                    <a:pt x="20976" y="12030"/>
                  </a:lnTo>
                  <a:lnTo>
                    <a:pt x="209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2"/>
            <p:cNvSpPr/>
            <p:nvPr/>
          </p:nvSpPr>
          <p:spPr>
            <a:xfrm>
              <a:off x="8120190" y="2132178"/>
              <a:ext cx="175368" cy="198986"/>
            </a:xfrm>
            <a:custGeom>
              <a:avLst/>
              <a:gdLst/>
              <a:ahLst/>
              <a:cxnLst/>
              <a:rect l="l" t="t" r="r" b="b"/>
              <a:pathLst>
                <a:path w="6163" h="6993" extrusionOk="0">
                  <a:moveTo>
                    <a:pt x="3082" y="2015"/>
                  </a:moveTo>
                  <a:cubicBezTo>
                    <a:pt x="3613" y="2015"/>
                    <a:pt x="4087" y="2432"/>
                    <a:pt x="4087" y="2963"/>
                  </a:cubicBezTo>
                  <a:cubicBezTo>
                    <a:pt x="4087" y="3499"/>
                    <a:pt x="3613" y="3973"/>
                    <a:pt x="3082" y="3973"/>
                  </a:cubicBezTo>
                  <a:cubicBezTo>
                    <a:pt x="2546" y="3973"/>
                    <a:pt x="2072" y="3499"/>
                    <a:pt x="2072" y="2963"/>
                  </a:cubicBezTo>
                  <a:cubicBezTo>
                    <a:pt x="2072" y="2432"/>
                    <a:pt x="2546" y="2015"/>
                    <a:pt x="3082" y="2015"/>
                  </a:cubicBezTo>
                  <a:close/>
                  <a:moveTo>
                    <a:pt x="3082" y="1"/>
                  </a:moveTo>
                  <a:cubicBezTo>
                    <a:pt x="1361" y="1"/>
                    <a:pt x="1" y="1366"/>
                    <a:pt x="1" y="3082"/>
                  </a:cubicBezTo>
                  <a:lnTo>
                    <a:pt x="1" y="6992"/>
                  </a:lnTo>
                  <a:lnTo>
                    <a:pt x="6163" y="6992"/>
                  </a:lnTo>
                  <a:lnTo>
                    <a:pt x="6163" y="3082"/>
                  </a:lnTo>
                  <a:cubicBezTo>
                    <a:pt x="6163" y="1366"/>
                    <a:pt x="4798" y="1"/>
                    <a:pt x="30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7980171" y="2359884"/>
              <a:ext cx="279912" cy="359074"/>
            </a:xfrm>
            <a:custGeom>
              <a:avLst/>
              <a:gdLst/>
              <a:ahLst/>
              <a:cxnLst/>
              <a:rect l="l" t="t" r="r" b="b"/>
              <a:pathLst>
                <a:path w="9837" h="12619" extrusionOk="0">
                  <a:moveTo>
                    <a:pt x="0" y="1"/>
                  </a:moveTo>
                  <a:lnTo>
                    <a:pt x="0" y="12619"/>
                  </a:lnTo>
                  <a:lnTo>
                    <a:pt x="9836" y="12619"/>
                  </a:lnTo>
                  <a:lnTo>
                    <a:pt x="983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2"/>
            <p:cNvSpPr/>
            <p:nvPr/>
          </p:nvSpPr>
          <p:spPr>
            <a:xfrm>
              <a:off x="8044261" y="2442445"/>
              <a:ext cx="151751" cy="209087"/>
            </a:xfrm>
            <a:custGeom>
              <a:avLst/>
              <a:gdLst/>
              <a:ahLst/>
              <a:cxnLst/>
              <a:rect l="l" t="t" r="r" b="b"/>
              <a:pathLst>
                <a:path w="5333" h="7348" extrusionOk="0">
                  <a:moveTo>
                    <a:pt x="2669" y="1"/>
                  </a:moveTo>
                  <a:cubicBezTo>
                    <a:pt x="2669" y="1"/>
                    <a:pt x="0" y="3200"/>
                    <a:pt x="0" y="4684"/>
                  </a:cubicBezTo>
                  <a:cubicBezTo>
                    <a:pt x="0" y="6163"/>
                    <a:pt x="1185" y="7348"/>
                    <a:pt x="2669" y="7348"/>
                  </a:cubicBezTo>
                  <a:cubicBezTo>
                    <a:pt x="4148" y="7348"/>
                    <a:pt x="5333" y="6163"/>
                    <a:pt x="5333" y="4684"/>
                  </a:cubicBezTo>
                  <a:cubicBezTo>
                    <a:pt x="5333" y="3200"/>
                    <a:pt x="2669" y="1"/>
                    <a:pt x="26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8334289" y="2835416"/>
              <a:ext cx="104544" cy="249550"/>
            </a:xfrm>
            <a:custGeom>
              <a:avLst/>
              <a:gdLst/>
              <a:ahLst/>
              <a:cxnLst/>
              <a:rect l="l" t="t" r="r" b="b"/>
              <a:pathLst>
                <a:path w="3674" h="8770" extrusionOk="0">
                  <a:moveTo>
                    <a:pt x="0" y="1"/>
                  </a:moveTo>
                  <a:lnTo>
                    <a:pt x="0" y="6930"/>
                  </a:lnTo>
                  <a:cubicBezTo>
                    <a:pt x="0" y="7940"/>
                    <a:pt x="830" y="8770"/>
                    <a:pt x="1839" y="8770"/>
                  </a:cubicBezTo>
                  <a:cubicBezTo>
                    <a:pt x="2844" y="8770"/>
                    <a:pt x="3674" y="7940"/>
                    <a:pt x="3674" y="6930"/>
                  </a:cubicBezTo>
                  <a:lnTo>
                    <a:pt x="3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33"/>
          <p:cNvSpPr txBox="1">
            <a:spLocks noGrp="1"/>
          </p:cNvSpPr>
          <p:nvPr>
            <p:ph type="title"/>
          </p:nvPr>
        </p:nvSpPr>
        <p:spPr>
          <a:xfrm>
            <a:off x="4029185" y="617497"/>
            <a:ext cx="4084200" cy="73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562" name="Google Shape;562;p33"/>
          <p:cNvSpPr txBox="1">
            <a:spLocks noGrp="1"/>
          </p:cNvSpPr>
          <p:nvPr>
            <p:ph type="title" idx="2"/>
          </p:nvPr>
        </p:nvSpPr>
        <p:spPr>
          <a:xfrm>
            <a:off x="8779727" y="4720683"/>
            <a:ext cx="148683" cy="1284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563" name="Google Shape;563;p33"/>
          <p:cNvGrpSpPr/>
          <p:nvPr/>
        </p:nvGrpSpPr>
        <p:grpSpPr>
          <a:xfrm>
            <a:off x="531463" y="0"/>
            <a:ext cx="3134401" cy="5143600"/>
            <a:chOff x="531463" y="0"/>
            <a:chExt cx="3134401" cy="5143600"/>
          </a:xfrm>
        </p:grpSpPr>
        <p:sp>
          <p:nvSpPr>
            <p:cNvPr id="564" name="Google Shape;564;p33"/>
            <p:cNvSpPr/>
            <p:nvPr/>
          </p:nvSpPr>
          <p:spPr>
            <a:xfrm rot="10800000" flipH="1">
              <a:off x="1984653" y="3151094"/>
              <a:ext cx="433139" cy="345813"/>
            </a:xfrm>
            <a:custGeom>
              <a:avLst/>
              <a:gdLst/>
              <a:ahLst/>
              <a:cxnLst/>
              <a:rect l="l" t="t" r="r" b="b"/>
              <a:pathLst>
                <a:path w="19225" h="15349" extrusionOk="0">
                  <a:moveTo>
                    <a:pt x="0" y="0"/>
                  </a:moveTo>
                  <a:lnTo>
                    <a:pt x="0" y="1183"/>
                  </a:lnTo>
                  <a:lnTo>
                    <a:pt x="8095" y="1183"/>
                  </a:lnTo>
                  <a:cubicBezTo>
                    <a:pt x="9444" y="1183"/>
                    <a:pt x="10514" y="2307"/>
                    <a:pt x="10514" y="3656"/>
                  </a:cubicBezTo>
                  <a:lnTo>
                    <a:pt x="10514" y="11692"/>
                  </a:lnTo>
                  <a:cubicBezTo>
                    <a:pt x="10514" y="13716"/>
                    <a:pt x="12200" y="15348"/>
                    <a:pt x="14165" y="15348"/>
                  </a:cubicBezTo>
                  <a:lnTo>
                    <a:pt x="19224" y="15348"/>
                  </a:lnTo>
                  <a:lnTo>
                    <a:pt x="19224" y="14112"/>
                  </a:lnTo>
                  <a:lnTo>
                    <a:pt x="14165" y="14112"/>
                  </a:lnTo>
                  <a:cubicBezTo>
                    <a:pt x="12816" y="14112"/>
                    <a:pt x="11751" y="13041"/>
                    <a:pt x="11751" y="11692"/>
                  </a:cubicBezTo>
                  <a:lnTo>
                    <a:pt x="11751" y="3656"/>
                  </a:lnTo>
                  <a:cubicBezTo>
                    <a:pt x="11751" y="1633"/>
                    <a:pt x="10118" y="0"/>
                    <a:pt x="80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3"/>
            <p:cNvSpPr/>
            <p:nvPr/>
          </p:nvSpPr>
          <p:spPr>
            <a:xfrm>
              <a:off x="531463" y="2444491"/>
              <a:ext cx="708005" cy="787739"/>
            </a:xfrm>
            <a:custGeom>
              <a:avLst/>
              <a:gdLst/>
              <a:ahLst/>
              <a:cxnLst/>
              <a:rect l="l" t="t" r="r" b="b"/>
              <a:pathLst>
                <a:path w="31425" h="34964" extrusionOk="0">
                  <a:moveTo>
                    <a:pt x="6130" y="1"/>
                  </a:moveTo>
                  <a:cubicBezTo>
                    <a:pt x="2757" y="1"/>
                    <a:pt x="0" y="2753"/>
                    <a:pt x="0" y="6125"/>
                  </a:cubicBezTo>
                  <a:lnTo>
                    <a:pt x="0" y="10060"/>
                  </a:lnTo>
                  <a:cubicBezTo>
                    <a:pt x="0" y="13433"/>
                    <a:pt x="2757" y="16131"/>
                    <a:pt x="6130" y="16131"/>
                  </a:cubicBezTo>
                  <a:lnTo>
                    <a:pt x="7982" y="16131"/>
                  </a:lnTo>
                  <a:cubicBezTo>
                    <a:pt x="10456" y="16131"/>
                    <a:pt x="12479" y="18213"/>
                    <a:pt x="12479" y="20686"/>
                  </a:cubicBezTo>
                  <a:lnTo>
                    <a:pt x="12479" y="29284"/>
                  </a:lnTo>
                  <a:cubicBezTo>
                    <a:pt x="12479" y="32432"/>
                    <a:pt x="15011" y="34964"/>
                    <a:pt x="18159" y="34964"/>
                  </a:cubicBezTo>
                  <a:lnTo>
                    <a:pt x="31425" y="34964"/>
                  </a:lnTo>
                  <a:lnTo>
                    <a:pt x="31425" y="33390"/>
                  </a:lnTo>
                  <a:lnTo>
                    <a:pt x="18159" y="33390"/>
                  </a:lnTo>
                  <a:cubicBezTo>
                    <a:pt x="15910" y="33390"/>
                    <a:pt x="14053" y="31533"/>
                    <a:pt x="14053" y="29284"/>
                  </a:cubicBezTo>
                  <a:lnTo>
                    <a:pt x="14053" y="20686"/>
                  </a:lnTo>
                  <a:cubicBezTo>
                    <a:pt x="14053" y="17313"/>
                    <a:pt x="11355" y="14557"/>
                    <a:pt x="7982" y="14557"/>
                  </a:cubicBezTo>
                  <a:lnTo>
                    <a:pt x="6130" y="14557"/>
                  </a:lnTo>
                  <a:cubicBezTo>
                    <a:pt x="3598" y="14557"/>
                    <a:pt x="1574" y="12533"/>
                    <a:pt x="1574" y="10060"/>
                  </a:cubicBezTo>
                  <a:lnTo>
                    <a:pt x="1574" y="6125"/>
                  </a:lnTo>
                  <a:cubicBezTo>
                    <a:pt x="1574" y="3652"/>
                    <a:pt x="3598" y="1628"/>
                    <a:pt x="6130" y="1628"/>
                  </a:cubicBezTo>
                  <a:lnTo>
                    <a:pt x="22485" y="1628"/>
                  </a:lnTo>
                  <a:lnTo>
                    <a:pt x="224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3"/>
            <p:cNvSpPr/>
            <p:nvPr/>
          </p:nvSpPr>
          <p:spPr>
            <a:xfrm>
              <a:off x="2866658" y="2341872"/>
              <a:ext cx="799207" cy="871325"/>
            </a:xfrm>
            <a:custGeom>
              <a:avLst/>
              <a:gdLst/>
              <a:ahLst/>
              <a:cxnLst/>
              <a:rect l="l" t="t" r="r" b="b"/>
              <a:pathLst>
                <a:path w="35473" h="38674" extrusionOk="0">
                  <a:moveTo>
                    <a:pt x="1" y="0"/>
                  </a:moveTo>
                  <a:lnTo>
                    <a:pt x="1" y="1633"/>
                  </a:lnTo>
                  <a:lnTo>
                    <a:pt x="14053" y="1633"/>
                  </a:lnTo>
                  <a:cubicBezTo>
                    <a:pt x="16585" y="1633"/>
                    <a:pt x="18609" y="3656"/>
                    <a:pt x="18609" y="6183"/>
                  </a:cubicBezTo>
                  <a:lnTo>
                    <a:pt x="18609" y="8378"/>
                  </a:lnTo>
                  <a:cubicBezTo>
                    <a:pt x="18609" y="11804"/>
                    <a:pt x="21419" y="14561"/>
                    <a:pt x="24792" y="14561"/>
                  </a:cubicBezTo>
                  <a:lnTo>
                    <a:pt x="29680" y="14561"/>
                  </a:lnTo>
                  <a:cubicBezTo>
                    <a:pt x="31987" y="14561"/>
                    <a:pt x="33840" y="16414"/>
                    <a:pt x="33840" y="18775"/>
                  </a:cubicBezTo>
                  <a:lnTo>
                    <a:pt x="33840" y="32886"/>
                  </a:lnTo>
                  <a:cubicBezTo>
                    <a:pt x="33840" y="35188"/>
                    <a:pt x="31987" y="37099"/>
                    <a:pt x="29680" y="37099"/>
                  </a:cubicBezTo>
                  <a:lnTo>
                    <a:pt x="10681" y="37099"/>
                  </a:lnTo>
                  <a:lnTo>
                    <a:pt x="10681" y="38673"/>
                  </a:lnTo>
                  <a:lnTo>
                    <a:pt x="29680" y="38673"/>
                  </a:lnTo>
                  <a:cubicBezTo>
                    <a:pt x="32828" y="38673"/>
                    <a:pt x="35472" y="36088"/>
                    <a:pt x="35472" y="32886"/>
                  </a:cubicBezTo>
                  <a:lnTo>
                    <a:pt x="35472" y="18775"/>
                  </a:lnTo>
                  <a:cubicBezTo>
                    <a:pt x="35472" y="15573"/>
                    <a:pt x="32828" y="12929"/>
                    <a:pt x="29680" y="12929"/>
                  </a:cubicBezTo>
                  <a:lnTo>
                    <a:pt x="24792" y="12929"/>
                  </a:lnTo>
                  <a:cubicBezTo>
                    <a:pt x="22260" y="12929"/>
                    <a:pt x="20237" y="10905"/>
                    <a:pt x="20237" y="8378"/>
                  </a:cubicBezTo>
                  <a:lnTo>
                    <a:pt x="20237" y="6183"/>
                  </a:lnTo>
                  <a:cubicBezTo>
                    <a:pt x="20237" y="2757"/>
                    <a:pt x="17484" y="0"/>
                    <a:pt x="140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p:nvPr/>
          </p:nvSpPr>
          <p:spPr>
            <a:xfrm>
              <a:off x="1694003" y="1929032"/>
              <a:ext cx="433139" cy="345813"/>
            </a:xfrm>
            <a:custGeom>
              <a:avLst/>
              <a:gdLst/>
              <a:ahLst/>
              <a:cxnLst/>
              <a:rect l="l" t="t" r="r" b="b"/>
              <a:pathLst>
                <a:path w="19225" h="15349" extrusionOk="0">
                  <a:moveTo>
                    <a:pt x="0" y="0"/>
                  </a:moveTo>
                  <a:lnTo>
                    <a:pt x="0" y="1183"/>
                  </a:lnTo>
                  <a:lnTo>
                    <a:pt x="8095" y="1183"/>
                  </a:lnTo>
                  <a:cubicBezTo>
                    <a:pt x="9444" y="1183"/>
                    <a:pt x="10514" y="2307"/>
                    <a:pt x="10514" y="3656"/>
                  </a:cubicBezTo>
                  <a:lnTo>
                    <a:pt x="10514" y="11692"/>
                  </a:lnTo>
                  <a:cubicBezTo>
                    <a:pt x="10514" y="13716"/>
                    <a:pt x="12200" y="15348"/>
                    <a:pt x="14165" y="15348"/>
                  </a:cubicBezTo>
                  <a:lnTo>
                    <a:pt x="19224" y="15348"/>
                  </a:lnTo>
                  <a:lnTo>
                    <a:pt x="19224" y="14112"/>
                  </a:lnTo>
                  <a:lnTo>
                    <a:pt x="14165" y="14112"/>
                  </a:lnTo>
                  <a:cubicBezTo>
                    <a:pt x="12816" y="14112"/>
                    <a:pt x="11751" y="13041"/>
                    <a:pt x="11751" y="11692"/>
                  </a:cubicBezTo>
                  <a:lnTo>
                    <a:pt x="11751" y="3656"/>
                  </a:lnTo>
                  <a:cubicBezTo>
                    <a:pt x="11751" y="1633"/>
                    <a:pt x="10118" y="0"/>
                    <a:pt x="80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3"/>
            <p:cNvSpPr/>
            <p:nvPr/>
          </p:nvSpPr>
          <p:spPr>
            <a:xfrm>
              <a:off x="934168" y="1764391"/>
              <a:ext cx="875178" cy="1543868"/>
            </a:xfrm>
            <a:custGeom>
              <a:avLst/>
              <a:gdLst/>
              <a:ahLst/>
              <a:cxnLst/>
              <a:rect l="l" t="t" r="r" b="b"/>
              <a:pathLst>
                <a:path w="38845" h="68525" extrusionOk="0">
                  <a:moveTo>
                    <a:pt x="21023" y="1"/>
                  </a:moveTo>
                  <a:cubicBezTo>
                    <a:pt x="16302" y="1"/>
                    <a:pt x="11805" y="1971"/>
                    <a:pt x="8491" y="5172"/>
                  </a:cubicBezTo>
                  <a:cubicBezTo>
                    <a:pt x="7083" y="6580"/>
                    <a:pt x="5846" y="8208"/>
                    <a:pt x="4947" y="10065"/>
                  </a:cubicBezTo>
                  <a:cubicBezTo>
                    <a:pt x="2532" y="14899"/>
                    <a:pt x="1520" y="20408"/>
                    <a:pt x="900" y="25746"/>
                  </a:cubicBezTo>
                  <a:cubicBezTo>
                    <a:pt x="1" y="33224"/>
                    <a:pt x="509" y="40923"/>
                    <a:pt x="2083" y="48288"/>
                  </a:cubicBezTo>
                  <a:cubicBezTo>
                    <a:pt x="2307" y="49354"/>
                    <a:pt x="2532" y="50424"/>
                    <a:pt x="2811" y="51490"/>
                  </a:cubicBezTo>
                  <a:cubicBezTo>
                    <a:pt x="2982" y="52052"/>
                    <a:pt x="3094" y="52614"/>
                    <a:pt x="3261" y="53177"/>
                  </a:cubicBezTo>
                  <a:cubicBezTo>
                    <a:pt x="3598" y="55259"/>
                    <a:pt x="4219" y="57224"/>
                    <a:pt x="5172" y="59022"/>
                  </a:cubicBezTo>
                  <a:cubicBezTo>
                    <a:pt x="6071" y="60655"/>
                    <a:pt x="7196" y="62170"/>
                    <a:pt x="8491" y="63465"/>
                  </a:cubicBezTo>
                  <a:cubicBezTo>
                    <a:pt x="11751" y="66555"/>
                    <a:pt x="16077" y="68524"/>
                    <a:pt x="20857" y="68524"/>
                  </a:cubicBezTo>
                  <a:cubicBezTo>
                    <a:pt x="20901" y="68525"/>
                    <a:pt x="20945" y="68525"/>
                    <a:pt x="20989" y="68525"/>
                  </a:cubicBezTo>
                  <a:cubicBezTo>
                    <a:pt x="28352" y="68525"/>
                    <a:pt x="34643" y="64043"/>
                    <a:pt x="37383" y="57673"/>
                  </a:cubicBezTo>
                  <a:lnTo>
                    <a:pt x="37720" y="56832"/>
                  </a:lnTo>
                  <a:cubicBezTo>
                    <a:pt x="37720" y="56720"/>
                    <a:pt x="37774" y="56549"/>
                    <a:pt x="37833" y="56437"/>
                  </a:cubicBezTo>
                  <a:cubicBezTo>
                    <a:pt x="37887" y="56324"/>
                    <a:pt x="37887" y="56212"/>
                    <a:pt x="37945" y="56100"/>
                  </a:cubicBezTo>
                  <a:cubicBezTo>
                    <a:pt x="38283" y="55146"/>
                    <a:pt x="38507" y="54134"/>
                    <a:pt x="38620" y="53123"/>
                  </a:cubicBezTo>
                  <a:cubicBezTo>
                    <a:pt x="38674" y="52839"/>
                    <a:pt x="38674" y="52560"/>
                    <a:pt x="38732" y="52277"/>
                  </a:cubicBezTo>
                  <a:lnTo>
                    <a:pt x="38732" y="51490"/>
                  </a:lnTo>
                  <a:cubicBezTo>
                    <a:pt x="38786" y="51324"/>
                    <a:pt x="38786" y="51211"/>
                    <a:pt x="38786" y="51099"/>
                  </a:cubicBezTo>
                  <a:lnTo>
                    <a:pt x="38786" y="50703"/>
                  </a:lnTo>
                  <a:lnTo>
                    <a:pt x="38786" y="50141"/>
                  </a:lnTo>
                  <a:cubicBezTo>
                    <a:pt x="38786" y="49975"/>
                    <a:pt x="38732" y="49804"/>
                    <a:pt x="38732" y="49637"/>
                  </a:cubicBezTo>
                  <a:lnTo>
                    <a:pt x="38732" y="49075"/>
                  </a:lnTo>
                  <a:cubicBezTo>
                    <a:pt x="38674" y="48904"/>
                    <a:pt x="38674" y="48738"/>
                    <a:pt x="38674" y="48567"/>
                  </a:cubicBezTo>
                  <a:cubicBezTo>
                    <a:pt x="38620" y="48230"/>
                    <a:pt x="38561" y="47839"/>
                    <a:pt x="38507" y="47443"/>
                  </a:cubicBezTo>
                  <a:cubicBezTo>
                    <a:pt x="38449" y="47331"/>
                    <a:pt x="38449" y="47164"/>
                    <a:pt x="38395" y="47052"/>
                  </a:cubicBezTo>
                  <a:cubicBezTo>
                    <a:pt x="38395" y="46881"/>
                    <a:pt x="38336" y="46715"/>
                    <a:pt x="38283" y="46544"/>
                  </a:cubicBezTo>
                  <a:cubicBezTo>
                    <a:pt x="38224" y="46265"/>
                    <a:pt x="38170" y="45982"/>
                    <a:pt x="38058" y="45644"/>
                  </a:cubicBezTo>
                  <a:cubicBezTo>
                    <a:pt x="38058" y="45590"/>
                    <a:pt x="37999" y="45478"/>
                    <a:pt x="37999" y="45365"/>
                  </a:cubicBezTo>
                  <a:cubicBezTo>
                    <a:pt x="37945" y="45253"/>
                    <a:pt x="37887" y="45141"/>
                    <a:pt x="37887" y="45082"/>
                  </a:cubicBezTo>
                  <a:cubicBezTo>
                    <a:pt x="37833" y="44916"/>
                    <a:pt x="37774" y="44803"/>
                    <a:pt x="37720" y="44691"/>
                  </a:cubicBezTo>
                  <a:lnTo>
                    <a:pt x="37720" y="44579"/>
                  </a:lnTo>
                  <a:cubicBezTo>
                    <a:pt x="37608" y="44354"/>
                    <a:pt x="37550" y="44129"/>
                    <a:pt x="37437" y="43904"/>
                  </a:cubicBezTo>
                  <a:lnTo>
                    <a:pt x="36933" y="42721"/>
                  </a:lnTo>
                  <a:cubicBezTo>
                    <a:pt x="36821" y="42609"/>
                    <a:pt x="36763" y="42496"/>
                    <a:pt x="36709" y="42330"/>
                  </a:cubicBezTo>
                  <a:cubicBezTo>
                    <a:pt x="36596" y="42159"/>
                    <a:pt x="36484" y="41934"/>
                    <a:pt x="36371" y="41709"/>
                  </a:cubicBezTo>
                  <a:cubicBezTo>
                    <a:pt x="36259" y="41543"/>
                    <a:pt x="36200" y="41431"/>
                    <a:pt x="36146" y="41318"/>
                  </a:cubicBezTo>
                  <a:cubicBezTo>
                    <a:pt x="36088" y="41260"/>
                    <a:pt x="36034" y="41147"/>
                    <a:pt x="35976" y="41093"/>
                  </a:cubicBezTo>
                  <a:cubicBezTo>
                    <a:pt x="35922" y="40981"/>
                    <a:pt x="35863" y="40923"/>
                    <a:pt x="35809" y="40869"/>
                  </a:cubicBezTo>
                  <a:cubicBezTo>
                    <a:pt x="35751" y="40698"/>
                    <a:pt x="35638" y="40531"/>
                    <a:pt x="35526" y="40419"/>
                  </a:cubicBezTo>
                  <a:cubicBezTo>
                    <a:pt x="35413" y="40248"/>
                    <a:pt x="35301" y="40136"/>
                    <a:pt x="35189" y="39969"/>
                  </a:cubicBezTo>
                  <a:cubicBezTo>
                    <a:pt x="35022" y="39744"/>
                    <a:pt x="34910" y="39573"/>
                    <a:pt x="34739" y="39407"/>
                  </a:cubicBezTo>
                  <a:cubicBezTo>
                    <a:pt x="34627" y="39236"/>
                    <a:pt x="34514" y="39124"/>
                    <a:pt x="34460" y="39011"/>
                  </a:cubicBezTo>
                  <a:cubicBezTo>
                    <a:pt x="34348" y="38845"/>
                    <a:pt x="34235" y="38733"/>
                    <a:pt x="34177" y="38620"/>
                  </a:cubicBezTo>
                  <a:cubicBezTo>
                    <a:pt x="34064" y="38449"/>
                    <a:pt x="34010" y="38337"/>
                    <a:pt x="33952" y="38170"/>
                  </a:cubicBezTo>
                  <a:lnTo>
                    <a:pt x="33898" y="38170"/>
                  </a:lnTo>
                  <a:cubicBezTo>
                    <a:pt x="33840" y="38058"/>
                    <a:pt x="33786" y="37887"/>
                    <a:pt x="33727" y="37775"/>
                  </a:cubicBezTo>
                  <a:cubicBezTo>
                    <a:pt x="33673" y="37662"/>
                    <a:pt x="33673" y="37608"/>
                    <a:pt x="33615" y="37550"/>
                  </a:cubicBezTo>
                  <a:cubicBezTo>
                    <a:pt x="32661" y="35414"/>
                    <a:pt x="32715" y="32941"/>
                    <a:pt x="33727" y="30805"/>
                  </a:cubicBezTo>
                  <a:cubicBezTo>
                    <a:pt x="33786" y="30638"/>
                    <a:pt x="33898" y="30467"/>
                    <a:pt x="33952" y="30355"/>
                  </a:cubicBezTo>
                  <a:cubicBezTo>
                    <a:pt x="34064" y="30189"/>
                    <a:pt x="34123" y="30076"/>
                    <a:pt x="34235" y="29905"/>
                  </a:cubicBezTo>
                  <a:cubicBezTo>
                    <a:pt x="34289" y="29739"/>
                    <a:pt x="34402" y="29626"/>
                    <a:pt x="34514" y="29456"/>
                  </a:cubicBezTo>
                  <a:lnTo>
                    <a:pt x="34573" y="29402"/>
                  </a:lnTo>
                  <a:cubicBezTo>
                    <a:pt x="34627" y="29289"/>
                    <a:pt x="34739" y="29177"/>
                    <a:pt x="34797" y="29064"/>
                  </a:cubicBezTo>
                  <a:cubicBezTo>
                    <a:pt x="35584" y="28106"/>
                    <a:pt x="36259" y="27041"/>
                    <a:pt x="36821" y="25970"/>
                  </a:cubicBezTo>
                  <a:cubicBezTo>
                    <a:pt x="37212" y="25183"/>
                    <a:pt x="37550" y="24397"/>
                    <a:pt x="37833" y="23556"/>
                  </a:cubicBezTo>
                  <a:cubicBezTo>
                    <a:pt x="37887" y="23443"/>
                    <a:pt x="37945" y="23331"/>
                    <a:pt x="37945" y="23160"/>
                  </a:cubicBezTo>
                  <a:cubicBezTo>
                    <a:pt x="38058" y="22823"/>
                    <a:pt x="38170" y="22485"/>
                    <a:pt x="38283" y="22094"/>
                  </a:cubicBezTo>
                  <a:lnTo>
                    <a:pt x="38283" y="22036"/>
                  </a:lnTo>
                  <a:cubicBezTo>
                    <a:pt x="38674" y="20462"/>
                    <a:pt x="38845" y="18775"/>
                    <a:pt x="38786" y="17089"/>
                  </a:cubicBezTo>
                  <a:cubicBezTo>
                    <a:pt x="38674" y="14899"/>
                    <a:pt x="38170" y="12817"/>
                    <a:pt x="37325" y="10906"/>
                  </a:cubicBezTo>
                  <a:cubicBezTo>
                    <a:pt x="34627" y="4556"/>
                    <a:pt x="28277" y="59"/>
                    <a:pt x="210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3"/>
            <p:cNvSpPr/>
            <p:nvPr/>
          </p:nvSpPr>
          <p:spPr>
            <a:xfrm>
              <a:off x="1547091" y="2445708"/>
              <a:ext cx="377423" cy="182380"/>
            </a:xfrm>
            <a:custGeom>
              <a:avLst/>
              <a:gdLst/>
              <a:ahLst/>
              <a:cxnLst/>
              <a:rect l="l" t="t" r="r" b="b"/>
              <a:pathLst>
                <a:path w="16752" h="8095" extrusionOk="0">
                  <a:moveTo>
                    <a:pt x="1" y="0"/>
                  </a:moveTo>
                  <a:lnTo>
                    <a:pt x="1" y="8095"/>
                  </a:lnTo>
                  <a:lnTo>
                    <a:pt x="16752" y="8095"/>
                  </a:lnTo>
                  <a:lnTo>
                    <a:pt x="167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3"/>
            <p:cNvSpPr/>
            <p:nvPr/>
          </p:nvSpPr>
          <p:spPr>
            <a:xfrm>
              <a:off x="1338203" y="2615395"/>
              <a:ext cx="469818" cy="448347"/>
            </a:xfrm>
            <a:custGeom>
              <a:avLst/>
              <a:gdLst/>
              <a:ahLst/>
              <a:cxnLst/>
              <a:rect l="l" t="t" r="r" b="b"/>
              <a:pathLst>
                <a:path w="20853" h="19900" extrusionOk="0">
                  <a:moveTo>
                    <a:pt x="8769" y="1"/>
                  </a:moveTo>
                  <a:cubicBezTo>
                    <a:pt x="6296" y="1"/>
                    <a:pt x="3935" y="959"/>
                    <a:pt x="2190" y="2757"/>
                  </a:cubicBezTo>
                  <a:cubicBezTo>
                    <a:pt x="504" y="4385"/>
                    <a:pt x="0" y="6858"/>
                    <a:pt x="899" y="9053"/>
                  </a:cubicBezTo>
                  <a:cubicBezTo>
                    <a:pt x="3539" y="15403"/>
                    <a:pt x="9893" y="19899"/>
                    <a:pt x="17201" y="19899"/>
                  </a:cubicBezTo>
                  <a:lnTo>
                    <a:pt x="19449" y="19899"/>
                  </a:lnTo>
                  <a:cubicBezTo>
                    <a:pt x="20349" y="17763"/>
                    <a:pt x="20852" y="15403"/>
                    <a:pt x="20852" y="12929"/>
                  </a:cubicBezTo>
                  <a:cubicBezTo>
                    <a:pt x="20852" y="8603"/>
                    <a:pt x="19337" y="4668"/>
                    <a:pt x="16805" y="1633"/>
                  </a:cubicBezTo>
                  <a:cubicBezTo>
                    <a:pt x="16414" y="1125"/>
                    <a:pt x="16018" y="563"/>
                    <a:pt x="157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3"/>
            <p:cNvSpPr/>
            <p:nvPr/>
          </p:nvSpPr>
          <p:spPr>
            <a:xfrm>
              <a:off x="1719325" y="2655924"/>
              <a:ext cx="30415" cy="41861"/>
            </a:xfrm>
            <a:custGeom>
              <a:avLst/>
              <a:gdLst/>
              <a:ahLst/>
              <a:cxnLst/>
              <a:rect l="l" t="t" r="r" b="b"/>
              <a:pathLst>
                <a:path w="1350" h="1858" extrusionOk="0">
                  <a:moveTo>
                    <a:pt x="0" y="0"/>
                  </a:moveTo>
                  <a:cubicBezTo>
                    <a:pt x="284" y="284"/>
                    <a:pt x="509" y="621"/>
                    <a:pt x="733" y="958"/>
                  </a:cubicBezTo>
                  <a:lnTo>
                    <a:pt x="733" y="900"/>
                  </a:lnTo>
                  <a:cubicBezTo>
                    <a:pt x="675" y="846"/>
                    <a:pt x="621" y="787"/>
                    <a:pt x="562" y="675"/>
                  </a:cubicBezTo>
                  <a:cubicBezTo>
                    <a:pt x="562" y="675"/>
                    <a:pt x="509" y="621"/>
                    <a:pt x="509" y="563"/>
                  </a:cubicBezTo>
                  <a:cubicBezTo>
                    <a:pt x="338" y="396"/>
                    <a:pt x="225" y="225"/>
                    <a:pt x="113" y="59"/>
                  </a:cubicBezTo>
                  <a:cubicBezTo>
                    <a:pt x="59" y="59"/>
                    <a:pt x="59" y="0"/>
                    <a:pt x="0" y="0"/>
                  </a:cubicBezTo>
                  <a:close/>
                  <a:moveTo>
                    <a:pt x="846" y="1071"/>
                  </a:moveTo>
                  <a:lnTo>
                    <a:pt x="846" y="1125"/>
                  </a:lnTo>
                  <a:cubicBezTo>
                    <a:pt x="1012" y="1350"/>
                    <a:pt x="1183" y="1574"/>
                    <a:pt x="1349" y="1858"/>
                  </a:cubicBezTo>
                  <a:cubicBezTo>
                    <a:pt x="1183" y="1574"/>
                    <a:pt x="1012" y="1350"/>
                    <a:pt x="846" y="1071"/>
                  </a:cubicBezTo>
                  <a:close/>
                </a:path>
              </a:pathLst>
            </a:custGeom>
            <a:solidFill>
              <a:srgbClr val="DAA4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3"/>
            <p:cNvSpPr/>
            <p:nvPr/>
          </p:nvSpPr>
          <p:spPr>
            <a:xfrm>
              <a:off x="1716802" y="2652184"/>
              <a:ext cx="21584" cy="29086"/>
            </a:xfrm>
            <a:custGeom>
              <a:avLst/>
              <a:gdLst/>
              <a:ahLst/>
              <a:cxnLst/>
              <a:rect l="l" t="t" r="r" b="b"/>
              <a:pathLst>
                <a:path w="958" h="1291" extrusionOk="0">
                  <a:moveTo>
                    <a:pt x="0" y="0"/>
                  </a:moveTo>
                  <a:lnTo>
                    <a:pt x="0" y="0"/>
                  </a:lnTo>
                  <a:cubicBezTo>
                    <a:pt x="32" y="30"/>
                    <a:pt x="62" y="76"/>
                    <a:pt x="102" y="122"/>
                  </a:cubicBezTo>
                  <a:lnTo>
                    <a:pt x="102" y="122"/>
                  </a:lnTo>
                  <a:cubicBezTo>
                    <a:pt x="83" y="81"/>
                    <a:pt x="43" y="40"/>
                    <a:pt x="0" y="0"/>
                  </a:cubicBezTo>
                  <a:close/>
                  <a:moveTo>
                    <a:pt x="102" y="122"/>
                  </a:moveTo>
                  <a:cubicBezTo>
                    <a:pt x="108" y="137"/>
                    <a:pt x="112" y="152"/>
                    <a:pt x="112" y="166"/>
                  </a:cubicBezTo>
                  <a:cubicBezTo>
                    <a:pt x="171" y="166"/>
                    <a:pt x="171" y="225"/>
                    <a:pt x="225" y="225"/>
                  </a:cubicBezTo>
                  <a:cubicBezTo>
                    <a:pt x="174" y="198"/>
                    <a:pt x="135" y="160"/>
                    <a:pt x="102" y="122"/>
                  </a:cubicBezTo>
                  <a:close/>
                  <a:moveTo>
                    <a:pt x="845" y="1066"/>
                  </a:moveTo>
                  <a:lnTo>
                    <a:pt x="845" y="1124"/>
                  </a:lnTo>
                  <a:lnTo>
                    <a:pt x="913" y="1192"/>
                  </a:lnTo>
                  <a:lnTo>
                    <a:pt x="913" y="1192"/>
                  </a:lnTo>
                  <a:cubicBezTo>
                    <a:pt x="893" y="1140"/>
                    <a:pt x="881" y="1104"/>
                    <a:pt x="845" y="1066"/>
                  </a:cubicBezTo>
                  <a:close/>
                  <a:moveTo>
                    <a:pt x="913" y="1192"/>
                  </a:moveTo>
                  <a:cubicBezTo>
                    <a:pt x="924" y="1220"/>
                    <a:pt x="938" y="1252"/>
                    <a:pt x="958" y="1291"/>
                  </a:cubicBezTo>
                  <a:lnTo>
                    <a:pt x="958" y="1237"/>
                  </a:lnTo>
                  <a:lnTo>
                    <a:pt x="913" y="1192"/>
                  </a:ln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1650927" y="2610326"/>
              <a:ext cx="44407" cy="7638"/>
            </a:xfrm>
            <a:custGeom>
              <a:avLst/>
              <a:gdLst/>
              <a:ahLst/>
              <a:cxnLst/>
              <a:rect l="l" t="t" r="r" b="b"/>
              <a:pathLst>
                <a:path w="1971" h="339" extrusionOk="0">
                  <a:moveTo>
                    <a:pt x="1800" y="1"/>
                  </a:moveTo>
                  <a:lnTo>
                    <a:pt x="1" y="226"/>
                  </a:lnTo>
                  <a:lnTo>
                    <a:pt x="1912" y="226"/>
                  </a:lnTo>
                  <a:cubicBezTo>
                    <a:pt x="1912" y="226"/>
                    <a:pt x="1912" y="284"/>
                    <a:pt x="1971" y="338"/>
                  </a:cubicBezTo>
                  <a:lnTo>
                    <a:pt x="1800" y="1"/>
                  </a:ln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3"/>
            <p:cNvSpPr/>
            <p:nvPr/>
          </p:nvSpPr>
          <p:spPr>
            <a:xfrm>
              <a:off x="1354604" y="2615395"/>
              <a:ext cx="442061" cy="197588"/>
            </a:xfrm>
            <a:custGeom>
              <a:avLst/>
              <a:gdLst/>
              <a:ahLst/>
              <a:cxnLst/>
              <a:rect l="l" t="t" r="r" b="b"/>
              <a:pathLst>
                <a:path w="19621" h="8770" extrusionOk="0">
                  <a:moveTo>
                    <a:pt x="13154" y="1"/>
                  </a:moveTo>
                  <a:lnTo>
                    <a:pt x="5060" y="788"/>
                  </a:lnTo>
                  <a:lnTo>
                    <a:pt x="2083" y="2474"/>
                  </a:lnTo>
                  <a:lnTo>
                    <a:pt x="113" y="5455"/>
                  </a:lnTo>
                  <a:lnTo>
                    <a:pt x="1" y="8208"/>
                  </a:lnTo>
                  <a:lnTo>
                    <a:pt x="675" y="8770"/>
                  </a:lnTo>
                  <a:lnTo>
                    <a:pt x="19621" y="8770"/>
                  </a:lnTo>
                  <a:cubicBezTo>
                    <a:pt x="19225" y="6971"/>
                    <a:pt x="18496" y="5285"/>
                    <a:pt x="17597" y="3711"/>
                  </a:cubicBezTo>
                  <a:cubicBezTo>
                    <a:pt x="17538" y="3711"/>
                    <a:pt x="17538" y="3657"/>
                    <a:pt x="17538" y="3657"/>
                  </a:cubicBezTo>
                  <a:cubicBezTo>
                    <a:pt x="17372" y="3373"/>
                    <a:pt x="17201" y="3149"/>
                    <a:pt x="17035" y="2924"/>
                  </a:cubicBezTo>
                  <a:cubicBezTo>
                    <a:pt x="16976" y="2811"/>
                    <a:pt x="16976" y="2757"/>
                    <a:pt x="16922" y="2699"/>
                  </a:cubicBezTo>
                  <a:cubicBezTo>
                    <a:pt x="16864" y="2645"/>
                    <a:pt x="16810" y="2586"/>
                    <a:pt x="16751" y="2474"/>
                  </a:cubicBezTo>
                  <a:cubicBezTo>
                    <a:pt x="16751" y="2474"/>
                    <a:pt x="16698" y="2420"/>
                    <a:pt x="16698" y="2362"/>
                  </a:cubicBezTo>
                  <a:cubicBezTo>
                    <a:pt x="16527" y="2195"/>
                    <a:pt x="16414" y="2024"/>
                    <a:pt x="16302" y="1858"/>
                  </a:cubicBezTo>
                  <a:cubicBezTo>
                    <a:pt x="16189" y="1799"/>
                    <a:pt x="16135" y="1687"/>
                    <a:pt x="16077" y="1633"/>
                  </a:cubicBezTo>
                  <a:cubicBezTo>
                    <a:pt x="16023" y="1521"/>
                    <a:pt x="15911" y="1408"/>
                    <a:pt x="15852" y="1350"/>
                  </a:cubicBezTo>
                  <a:cubicBezTo>
                    <a:pt x="15573" y="959"/>
                    <a:pt x="15348" y="563"/>
                    <a:pt x="15124" y="113"/>
                  </a:cubicBezTo>
                  <a:cubicBezTo>
                    <a:pt x="15065" y="59"/>
                    <a:pt x="15065" y="1"/>
                    <a:pt x="150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3"/>
            <p:cNvSpPr/>
            <p:nvPr/>
          </p:nvSpPr>
          <p:spPr>
            <a:xfrm>
              <a:off x="1338203" y="2010068"/>
              <a:ext cx="473671" cy="448347"/>
            </a:xfrm>
            <a:custGeom>
              <a:avLst/>
              <a:gdLst/>
              <a:ahLst/>
              <a:cxnLst/>
              <a:rect l="l" t="t" r="r" b="b"/>
              <a:pathLst>
                <a:path w="21024" h="19900" extrusionOk="0">
                  <a:moveTo>
                    <a:pt x="17201" y="1"/>
                  </a:moveTo>
                  <a:cubicBezTo>
                    <a:pt x="9893" y="1"/>
                    <a:pt x="3539" y="4444"/>
                    <a:pt x="899" y="10852"/>
                  </a:cubicBezTo>
                  <a:cubicBezTo>
                    <a:pt x="0" y="12988"/>
                    <a:pt x="504" y="15461"/>
                    <a:pt x="2190" y="17147"/>
                  </a:cubicBezTo>
                  <a:cubicBezTo>
                    <a:pt x="3935" y="18888"/>
                    <a:pt x="6296" y="19900"/>
                    <a:pt x="8769" y="19900"/>
                  </a:cubicBezTo>
                  <a:lnTo>
                    <a:pt x="15793" y="19900"/>
                  </a:lnTo>
                  <a:cubicBezTo>
                    <a:pt x="16076" y="19284"/>
                    <a:pt x="16468" y="18721"/>
                    <a:pt x="16863" y="18159"/>
                  </a:cubicBezTo>
                  <a:cubicBezTo>
                    <a:pt x="19503" y="14899"/>
                    <a:pt x="21023" y="10739"/>
                    <a:pt x="20852" y="6184"/>
                  </a:cubicBezTo>
                  <a:cubicBezTo>
                    <a:pt x="20740" y="3994"/>
                    <a:pt x="20236" y="1912"/>
                    <a:pt x="193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3"/>
            <p:cNvSpPr/>
            <p:nvPr/>
          </p:nvSpPr>
          <p:spPr>
            <a:xfrm>
              <a:off x="1713040" y="2260814"/>
              <a:ext cx="83609" cy="165979"/>
            </a:xfrm>
            <a:custGeom>
              <a:avLst/>
              <a:gdLst/>
              <a:ahLst/>
              <a:cxnLst/>
              <a:rect l="l" t="t" r="r" b="b"/>
              <a:pathLst>
                <a:path w="3711" h="7367" extrusionOk="0">
                  <a:moveTo>
                    <a:pt x="3711" y="1"/>
                  </a:moveTo>
                  <a:cubicBezTo>
                    <a:pt x="3684" y="114"/>
                    <a:pt x="3656" y="226"/>
                    <a:pt x="3628" y="339"/>
                  </a:cubicBezTo>
                  <a:lnTo>
                    <a:pt x="3628" y="339"/>
                  </a:lnTo>
                  <a:cubicBezTo>
                    <a:pt x="3655" y="248"/>
                    <a:pt x="3683" y="155"/>
                    <a:pt x="3711" y="59"/>
                  </a:cubicBezTo>
                  <a:lnTo>
                    <a:pt x="3711" y="1"/>
                  </a:lnTo>
                  <a:close/>
                  <a:moveTo>
                    <a:pt x="3628" y="339"/>
                  </a:moveTo>
                  <a:lnTo>
                    <a:pt x="3628" y="339"/>
                  </a:lnTo>
                  <a:cubicBezTo>
                    <a:pt x="3543" y="616"/>
                    <a:pt x="3458" y="871"/>
                    <a:pt x="3373" y="1125"/>
                  </a:cubicBezTo>
                  <a:cubicBezTo>
                    <a:pt x="3373" y="1296"/>
                    <a:pt x="3315" y="1408"/>
                    <a:pt x="3261" y="1521"/>
                  </a:cubicBezTo>
                  <a:cubicBezTo>
                    <a:pt x="2978" y="2362"/>
                    <a:pt x="2640" y="3148"/>
                    <a:pt x="2249" y="3935"/>
                  </a:cubicBezTo>
                  <a:cubicBezTo>
                    <a:pt x="1687" y="5006"/>
                    <a:pt x="1012" y="6071"/>
                    <a:pt x="225" y="7029"/>
                  </a:cubicBezTo>
                  <a:cubicBezTo>
                    <a:pt x="206" y="7067"/>
                    <a:pt x="186" y="7105"/>
                    <a:pt x="165" y="7144"/>
                  </a:cubicBezTo>
                  <a:lnTo>
                    <a:pt x="165" y="7144"/>
                  </a:lnTo>
                  <a:cubicBezTo>
                    <a:pt x="166" y="7143"/>
                    <a:pt x="166" y="7142"/>
                    <a:pt x="167" y="7142"/>
                  </a:cubicBezTo>
                  <a:cubicBezTo>
                    <a:pt x="1781" y="5205"/>
                    <a:pt x="2983" y="2855"/>
                    <a:pt x="3628" y="339"/>
                  </a:cubicBezTo>
                  <a:close/>
                  <a:moveTo>
                    <a:pt x="165" y="7144"/>
                  </a:moveTo>
                  <a:cubicBezTo>
                    <a:pt x="112" y="7197"/>
                    <a:pt x="54" y="7255"/>
                    <a:pt x="1" y="7367"/>
                  </a:cubicBezTo>
                  <a:cubicBezTo>
                    <a:pt x="75" y="7292"/>
                    <a:pt x="124" y="7218"/>
                    <a:pt x="165" y="7144"/>
                  </a:cubicBezTo>
                  <a:close/>
                </a:path>
              </a:pathLst>
            </a:custGeom>
            <a:solidFill>
              <a:srgbClr val="DAA4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3"/>
            <p:cNvSpPr/>
            <p:nvPr/>
          </p:nvSpPr>
          <p:spPr>
            <a:xfrm>
              <a:off x="1711733" y="2260814"/>
              <a:ext cx="84916" cy="167195"/>
            </a:xfrm>
            <a:custGeom>
              <a:avLst/>
              <a:gdLst/>
              <a:ahLst/>
              <a:cxnLst/>
              <a:rect l="l" t="t" r="r" b="b"/>
              <a:pathLst>
                <a:path w="3769" h="7421" extrusionOk="0">
                  <a:moveTo>
                    <a:pt x="3769" y="1"/>
                  </a:moveTo>
                  <a:cubicBezTo>
                    <a:pt x="3738" y="126"/>
                    <a:pt x="3707" y="251"/>
                    <a:pt x="3675" y="375"/>
                  </a:cubicBezTo>
                  <a:lnTo>
                    <a:pt x="3675" y="375"/>
                  </a:lnTo>
                  <a:cubicBezTo>
                    <a:pt x="3706" y="273"/>
                    <a:pt x="3737" y="168"/>
                    <a:pt x="3769" y="59"/>
                  </a:cubicBezTo>
                  <a:lnTo>
                    <a:pt x="3769" y="1"/>
                  </a:lnTo>
                  <a:close/>
                  <a:moveTo>
                    <a:pt x="3675" y="375"/>
                  </a:moveTo>
                  <a:cubicBezTo>
                    <a:pt x="3593" y="638"/>
                    <a:pt x="3512" y="882"/>
                    <a:pt x="3431" y="1125"/>
                  </a:cubicBezTo>
                  <a:cubicBezTo>
                    <a:pt x="3431" y="1174"/>
                    <a:pt x="3426" y="1218"/>
                    <a:pt x="3418" y="1259"/>
                  </a:cubicBezTo>
                  <a:lnTo>
                    <a:pt x="3418" y="1259"/>
                  </a:lnTo>
                  <a:cubicBezTo>
                    <a:pt x="3511" y="967"/>
                    <a:pt x="3597" y="672"/>
                    <a:pt x="3675" y="375"/>
                  </a:cubicBezTo>
                  <a:close/>
                  <a:moveTo>
                    <a:pt x="3418" y="1259"/>
                  </a:moveTo>
                  <a:cubicBezTo>
                    <a:pt x="3402" y="1312"/>
                    <a:pt x="3384" y="1365"/>
                    <a:pt x="3367" y="1418"/>
                  </a:cubicBezTo>
                  <a:lnTo>
                    <a:pt x="3367" y="1418"/>
                  </a:lnTo>
                  <a:cubicBezTo>
                    <a:pt x="3388" y="1369"/>
                    <a:pt x="3407" y="1317"/>
                    <a:pt x="3418" y="1259"/>
                  </a:cubicBezTo>
                  <a:close/>
                  <a:moveTo>
                    <a:pt x="3367" y="1418"/>
                  </a:moveTo>
                  <a:cubicBezTo>
                    <a:pt x="3352" y="1453"/>
                    <a:pt x="3335" y="1487"/>
                    <a:pt x="3319" y="1521"/>
                  </a:cubicBezTo>
                  <a:cubicBezTo>
                    <a:pt x="3036" y="2362"/>
                    <a:pt x="2698" y="3148"/>
                    <a:pt x="2307" y="3935"/>
                  </a:cubicBezTo>
                  <a:cubicBezTo>
                    <a:pt x="1745" y="5006"/>
                    <a:pt x="1070" y="6071"/>
                    <a:pt x="283" y="7029"/>
                  </a:cubicBezTo>
                  <a:cubicBezTo>
                    <a:pt x="1658" y="5380"/>
                    <a:pt x="2695" y="3468"/>
                    <a:pt x="3367" y="1418"/>
                  </a:cubicBezTo>
                  <a:close/>
                  <a:moveTo>
                    <a:pt x="283" y="7029"/>
                  </a:moveTo>
                  <a:cubicBezTo>
                    <a:pt x="225" y="7142"/>
                    <a:pt x="113" y="7308"/>
                    <a:pt x="0" y="7421"/>
                  </a:cubicBezTo>
                  <a:lnTo>
                    <a:pt x="59" y="7367"/>
                  </a:lnTo>
                  <a:cubicBezTo>
                    <a:pt x="171" y="7254"/>
                    <a:pt x="225" y="7142"/>
                    <a:pt x="283" y="7029"/>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3"/>
            <p:cNvSpPr/>
            <p:nvPr/>
          </p:nvSpPr>
          <p:spPr>
            <a:xfrm>
              <a:off x="1647188" y="2458369"/>
              <a:ext cx="46840" cy="3875"/>
            </a:xfrm>
            <a:custGeom>
              <a:avLst/>
              <a:gdLst/>
              <a:ahLst/>
              <a:cxnLst/>
              <a:rect l="l" t="t" r="r" b="b"/>
              <a:pathLst>
                <a:path w="2079" h="172" extrusionOk="0">
                  <a:moveTo>
                    <a:pt x="1" y="1"/>
                  </a:moveTo>
                  <a:lnTo>
                    <a:pt x="1966" y="171"/>
                  </a:lnTo>
                  <a:cubicBezTo>
                    <a:pt x="2024" y="113"/>
                    <a:pt x="2024" y="59"/>
                    <a:pt x="2078" y="1"/>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3"/>
            <p:cNvSpPr/>
            <p:nvPr/>
          </p:nvSpPr>
          <p:spPr>
            <a:xfrm>
              <a:off x="1354604" y="2260814"/>
              <a:ext cx="442061" cy="197588"/>
            </a:xfrm>
            <a:custGeom>
              <a:avLst/>
              <a:gdLst/>
              <a:ahLst/>
              <a:cxnLst/>
              <a:rect l="l" t="t" r="r" b="b"/>
              <a:pathLst>
                <a:path w="19621" h="8770" extrusionOk="0">
                  <a:moveTo>
                    <a:pt x="675" y="1"/>
                  </a:moveTo>
                  <a:lnTo>
                    <a:pt x="1" y="563"/>
                  </a:lnTo>
                  <a:lnTo>
                    <a:pt x="113" y="3319"/>
                  </a:lnTo>
                  <a:lnTo>
                    <a:pt x="2083" y="6242"/>
                  </a:lnTo>
                  <a:lnTo>
                    <a:pt x="5060" y="7983"/>
                  </a:lnTo>
                  <a:lnTo>
                    <a:pt x="12988" y="8770"/>
                  </a:lnTo>
                  <a:lnTo>
                    <a:pt x="15065" y="8770"/>
                  </a:lnTo>
                  <a:cubicBezTo>
                    <a:pt x="15290" y="8320"/>
                    <a:pt x="15515" y="7870"/>
                    <a:pt x="15852" y="7421"/>
                  </a:cubicBezTo>
                  <a:cubicBezTo>
                    <a:pt x="15965" y="7308"/>
                    <a:pt x="16077" y="7142"/>
                    <a:pt x="16135" y="7029"/>
                  </a:cubicBezTo>
                  <a:cubicBezTo>
                    <a:pt x="17822" y="5006"/>
                    <a:pt x="19000" y="2586"/>
                    <a:pt x="196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3"/>
            <p:cNvSpPr/>
            <p:nvPr/>
          </p:nvSpPr>
          <p:spPr>
            <a:xfrm>
              <a:off x="1857405" y="1737852"/>
              <a:ext cx="386232" cy="868802"/>
            </a:xfrm>
            <a:custGeom>
              <a:avLst/>
              <a:gdLst/>
              <a:ahLst/>
              <a:cxnLst/>
              <a:rect l="l" t="t" r="r" b="b"/>
              <a:pathLst>
                <a:path w="17143" h="38562" extrusionOk="0">
                  <a:moveTo>
                    <a:pt x="11971" y="1"/>
                  </a:moveTo>
                  <a:lnTo>
                    <a:pt x="11971" y="31591"/>
                  </a:lnTo>
                  <a:cubicBezTo>
                    <a:pt x="11971" y="32545"/>
                    <a:pt x="11184" y="33332"/>
                    <a:pt x="10173" y="33332"/>
                  </a:cubicBezTo>
                  <a:lnTo>
                    <a:pt x="1" y="33332"/>
                  </a:lnTo>
                  <a:lnTo>
                    <a:pt x="1" y="38562"/>
                  </a:lnTo>
                  <a:lnTo>
                    <a:pt x="10173" y="38562"/>
                  </a:lnTo>
                  <a:cubicBezTo>
                    <a:pt x="14053" y="38562"/>
                    <a:pt x="17143" y="35414"/>
                    <a:pt x="17143" y="31591"/>
                  </a:cubicBezTo>
                  <a:lnTo>
                    <a:pt x="17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3"/>
            <p:cNvSpPr/>
            <p:nvPr/>
          </p:nvSpPr>
          <p:spPr>
            <a:xfrm>
              <a:off x="1857405" y="2260814"/>
              <a:ext cx="386232" cy="345813"/>
            </a:xfrm>
            <a:custGeom>
              <a:avLst/>
              <a:gdLst/>
              <a:ahLst/>
              <a:cxnLst/>
              <a:rect l="l" t="t" r="r" b="b"/>
              <a:pathLst>
                <a:path w="17143" h="15349" extrusionOk="0">
                  <a:moveTo>
                    <a:pt x="11971" y="1"/>
                  </a:moveTo>
                  <a:lnTo>
                    <a:pt x="11971" y="8378"/>
                  </a:lnTo>
                  <a:cubicBezTo>
                    <a:pt x="11971" y="9332"/>
                    <a:pt x="11184" y="10119"/>
                    <a:pt x="10173" y="10119"/>
                  </a:cubicBezTo>
                  <a:lnTo>
                    <a:pt x="1" y="10119"/>
                  </a:lnTo>
                  <a:lnTo>
                    <a:pt x="1" y="15349"/>
                  </a:lnTo>
                  <a:lnTo>
                    <a:pt x="10173" y="15349"/>
                  </a:lnTo>
                  <a:cubicBezTo>
                    <a:pt x="14053" y="15349"/>
                    <a:pt x="17143" y="12201"/>
                    <a:pt x="17143" y="8378"/>
                  </a:cubicBezTo>
                  <a:lnTo>
                    <a:pt x="171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3"/>
            <p:cNvSpPr/>
            <p:nvPr/>
          </p:nvSpPr>
          <p:spPr>
            <a:xfrm>
              <a:off x="1785177" y="2357057"/>
              <a:ext cx="179857" cy="359691"/>
            </a:xfrm>
            <a:custGeom>
              <a:avLst/>
              <a:gdLst/>
              <a:ahLst/>
              <a:cxnLst/>
              <a:rect l="l" t="t" r="r" b="b"/>
              <a:pathLst>
                <a:path w="7983" h="15965" extrusionOk="0">
                  <a:moveTo>
                    <a:pt x="3994" y="1"/>
                  </a:moveTo>
                  <a:cubicBezTo>
                    <a:pt x="3823" y="1"/>
                    <a:pt x="3710" y="1"/>
                    <a:pt x="3544" y="59"/>
                  </a:cubicBezTo>
                  <a:cubicBezTo>
                    <a:pt x="2923" y="113"/>
                    <a:pt x="2307" y="338"/>
                    <a:pt x="1858" y="675"/>
                  </a:cubicBezTo>
                  <a:lnTo>
                    <a:pt x="1745" y="675"/>
                  </a:lnTo>
                  <a:cubicBezTo>
                    <a:pt x="1408" y="959"/>
                    <a:pt x="1012" y="1296"/>
                    <a:pt x="733" y="1687"/>
                  </a:cubicBezTo>
                  <a:cubicBezTo>
                    <a:pt x="675" y="1799"/>
                    <a:pt x="562" y="1970"/>
                    <a:pt x="509" y="2083"/>
                  </a:cubicBezTo>
                  <a:cubicBezTo>
                    <a:pt x="450" y="2137"/>
                    <a:pt x="450" y="2195"/>
                    <a:pt x="396" y="2249"/>
                  </a:cubicBezTo>
                  <a:lnTo>
                    <a:pt x="396" y="2308"/>
                  </a:lnTo>
                  <a:cubicBezTo>
                    <a:pt x="338" y="2362"/>
                    <a:pt x="338" y="2420"/>
                    <a:pt x="284" y="2474"/>
                  </a:cubicBezTo>
                  <a:lnTo>
                    <a:pt x="284" y="2586"/>
                  </a:lnTo>
                  <a:cubicBezTo>
                    <a:pt x="225" y="2645"/>
                    <a:pt x="225" y="2699"/>
                    <a:pt x="225" y="2757"/>
                  </a:cubicBezTo>
                  <a:cubicBezTo>
                    <a:pt x="171" y="2811"/>
                    <a:pt x="171" y="2924"/>
                    <a:pt x="113" y="2982"/>
                  </a:cubicBezTo>
                  <a:lnTo>
                    <a:pt x="113" y="3149"/>
                  </a:lnTo>
                  <a:cubicBezTo>
                    <a:pt x="113" y="3207"/>
                    <a:pt x="59" y="3261"/>
                    <a:pt x="59" y="3261"/>
                  </a:cubicBezTo>
                  <a:lnTo>
                    <a:pt x="59" y="3319"/>
                  </a:lnTo>
                  <a:lnTo>
                    <a:pt x="59" y="3486"/>
                  </a:lnTo>
                  <a:cubicBezTo>
                    <a:pt x="59" y="3598"/>
                    <a:pt x="59" y="3657"/>
                    <a:pt x="0" y="3711"/>
                  </a:cubicBezTo>
                  <a:lnTo>
                    <a:pt x="0" y="3994"/>
                  </a:lnTo>
                  <a:cubicBezTo>
                    <a:pt x="0" y="4160"/>
                    <a:pt x="0" y="4331"/>
                    <a:pt x="59" y="4498"/>
                  </a:cubicBezTo>
                  <a:cubicBezTo>
                    <a:pt x="59" y="4722"/>
                    <a:pt x="113" y="4947"/>
                    <a:pt x="171" y="5172"/>
                  </a:cubicBezTo>
                  <a:cubicBezTo>
                    <a:pt x="225" y="5285"/>
                    <a:pt x="284" y="5397"/>
                    <a:pt x="284" y="5455"/>
                  </a:cubicBezTo>
                  <a:lnTo>
                    <a:pt x="621" y="6130"/>
                  </a:lnTo>
                  <a:cubicBezTo>
                    <a:pt x="846" y="6467"/>
                    <a:pt x="1125" y="6746"/>
                    <a:pt x="1408" y="7029"/>
                  </a:cubicBezTo>
                  <a:cubicBezTo>
                    <a:pt x="1520" y="7142"/>
                    <a:pt x="1687" y="7254"/>
                    <a:pt x="1799" y="7308"/>
                  </a:cubicBezTo>
                  <a:lnTo>
                    <a:pt x="1858" y="7367"/>
                  </a:lnTo>
                  <a:cubicBezTo>
                    <a:pt x="1912" y="7421"/>
                    <a:pt x="1912" y="7421"/>
                    <a:pt x="1970" y="7421"/>
                  </a:cubicBezTo>
                  <a:cubicBezTo>
                    <a:pt x="1970" y="7479"/>
                    <a:pt x="1970" y="7479"/>
                    <a:pt x="2024" y="7533"/>
                  </a:cubicBezTo>
                  <a:cubicBezTo>
                    <a:pt x="2082" y="7645"/>
                    <a:pt x="2136" y="7816"/>
                    <a:pt x="2136" y="7983"/>
                  </a:cubicBezTo>
                  <a:cubicBezTo>
                    <a:pt x="2136" y="8095"/>
                    <a:pt x="2136" y="8207"/>
                    <a:pt x="2082" y="8266"/>
                  </a:cubicBezTo>
                  <a:cubicBezTo>
                    <a:pt x="2082" y="8378"/>
                    <a:pt x="2024" y="8432"/>
                    <a:pt x="1970" y="8545"/>
                  </a:cubicBezTo>
                  <a:cubicBezTo>
                    <a:pt x="1912" y="8545"/>
                    <a:pt x="1858" y="8603"/>
                    <a:pt x="1799" y="8657"/>
                  </a:cubicBezTo>
                  <a:cubicBezTo>
                    <a:pt x="1574" y="8770"/>
                    <a:pt x="1408" y="8940"/>
                    <a:pt x="1237" y="9107"/>
                  </a:cubicBezTo>
                  <a:lnTo>
                    <a:pt x="900" y="9444"/>
                  </a:lnTo>
                  <a:cubicBezTo>
                    <a:pt x="675" y="9781"/>
                    <a:pt x="450" y="10119"/>
                    <a:pt x="284" y="10514"/>
                  </a:cubicBezTo>
                  <a:cubicBezTo>
                    <a:pt x="284" y="10627"/>
                    <a:pt x="225" y="10681"/>
                    <a:pt x="171" y="10793"/>
                  </a:cubicBezTo>
                  <a:cubicBezTo>
                    <a:pt x="113" y="11018"/>
                    <a:pt x="59" y="11189"/>
                    <a:pt x="59" y="11414"/>
                  </a:cubicBezTo>
                  <a:cubicBezTo>
                    <a:pt x="0" y="11693"/>
                    <a:pt x="0" y="11976"/>
                    <a:pt x="0" y="12255"/>
                  </a:cubicBezTo>
                  <a:cubicBezTo>
                    <a:pt x="59" y="12313"/>
                    <a:pt x="59" y="12367"/>
                    <a:pt x="59" y="12480"/>
                  </a:cubicBezTo>
                  <a:lnTo>
                    <a:pt x="59" y="12704"/>
                  </a:lnTo>
                  <a:cubicBezTo>
                    <a:pt x="59" y="12704"/>
                    <a:pt x="113" y="12763"/>
                    <a:pt x="113" y="12817"/>
                  </a:cubicBezTo>
                  <a:cubicBezTo>
                    <a:pt x="171" y="13042"/>
                    <a:pt x="225" y="13213"/>
                    <a:pt x="284" y="13437"/>
                  </a:cubicBezTo>
                  <a:cubicBezTo>
                    <a:pt x="338" y="13491"/>
                    <a:pt x="338" y="13604"/>
                    <a:pt x="396" y="13662"/>
                  </a:cubicBezTo>
                  <a:cubicBezTo>
                    <a:pt x="509" y="13887"/>
                    <a:pt x="621" y="14112"/>
                    <a:pt x="733" y="14278"/>
                  </a:cubicBezTo>
                  <a:cubicBezTo>
                    <a:pt x="787" y="14337"/>
                    <a:pt x="846" y="14449"/>
                    <a:pt x="900" y="14503"/>
                  </a:cubicBezTo>
                  <a:lnTo>
                    <a:pt x="1071" y="14674"/>
                  </a:lnTo>
                  <a:lnTo>
                    <a:pt x="1237" y="14840"/>
                  </a:lnTo>
                  <a:lnTo>
                    <a:pt x="1408" y="15011"/>
                  </a:lnTo>
                  <a:cubicBezTo>
                    <a:pt x="1462" y="15065"/>
                    <a:pt x="1520" y="15065"/>
                    <a:pt x="1574" y="15124"/>
                  </a:cubicBezTo>
                  <a:lnTo>
                    <a:pt x="1633" y="15178"/>
                  </a:lnTo>
                  <a:cubicBezTo>
                    <a:pt x="1687" y="15236"/>
                    <a:pt x="1745" y="15236"/>
                    <a:pt x="1799" y="15290"/>
                  </a:cubicBezTo>
                  <a:lnTo>
                    <a:pt x="1858" y="15349"/>
                  </a:lnTo>
                  <a:cubicBezTo>
                    <a:pt x="2307" y="15627"/>
                    <a:pt x="2923" y="15852"/>
                    <a:pt x="3544" y="15965"/>
                  </a:cubicBezTo>
                  <a:lnTo>
                    <a:pt x="3994" y="15965"/>
                  </a:lnTo>
                  <a:cubicBezTo>
                    <a:pt x="4781" y="15965"/>
                    <a:pt x="5509" y="15740"/>
                    <a:pt x="6130" y="15349"/>
                  </a:cubicBezTo>
                  <a:lnTo>
                    <a:pt x="6184" y="15290"/>
                  </a:lnTo>
                  <a:cubicBezTo>
                    <a:pt x="6692" y="15011"/>
                    <a:pt x="7083" y="14562"/>
                    <a:pt x="7366" y="14112"/>
                  </a:cubicBezTo>
                  <a:cubicBezTo>
                    <a:pt x="7420" y="14053"/>
                    <a:pt x="7479" y="13941"/>
                    <a:pt x="7533" y="13887"/>
                  </a:cubicBezTo>
                  <a:cubicBezTo>
                    <a:pt x="7591" y="13716"/>
                    <a:pt x="7645" y="13604"/>
                    <a:pt x="7704" y="13437"/>
                  </a:cubicBezTo>
                  <a:cubicBezTo>
                    <a:pt x="7757" y="13379"/>
                    <a:pt x="7757" y="13325"/>
                    <a:pt x="7816" y="13213"/>
                  </a:cubicBezTo>
                  <a:cubicBezTo>
                    <a:pt x="7870" y="13042"/>
                    <a:pt x="7870" y="12929"/>
                    <a:pt x="7928" y="12763"/>
                  </a:cubicBezTo>
                  <a:cubicBezTo>
                    <a:pt x="7928" y="12650"/>
                    <a:pt x="7928" y="12592"/>
                    <a:pt x="7982" y="12480"/>
                  </a:cubicBezTo>
                  <a:lnTo>
                    <a:pt x="7982" y="12201"/>
                  </a:lnTo>
                  <a:lnTo>
                    <a:pt x="7982" y="11976"/>
                  </a:lnTo>
                  <a:cubicBezTo>
                    <a:pt x="7982" y="11468"/>
                    <a:pt x="7870" y="10964"/>
                    <a:pt x="7704" y="10514"/>
                  </a:cubicBezTo>
                  <a:cubicBezTo>
                    <a:pt x="7591" y="10119"/>
                    <a:pt x="7366" y="9781"/>
                    <a:pt x="7083" y="9444"/>
                  </a:cubicBezTo>
                  <a:cubicBezTo>
                    <a:pt x="6971" y="9332"/>
                    <a:pt x="6917" y="9219"/>
                    <a:pt x="6746" y="9107"/>
                  </a:cubicBezTo>
                  <a:cubicBezTo>
                    <a:pt x="6579" y="8940"/>
                    <a:pt x="6408" y="8770"/>
                    <a:pt x="6184" y="8657"/>
                  </a:cubicBezTo>
                  <a:cubicBezTo>
                    <a:pt x="6130" y="8603"/>
                    <a:pt x="6130" y="8545"/>
                    <a:pt x="6071" y="8545"/>
                  </a:cubicBezTo>
                  <a:cubicBezTo>
                    <a:pt x="5959" y="8378"/>
                    <a:pt x="5846" y="8207"/>
                    <a:pt x="5846" y="7983"/>
                  </a:cubicBezTo>
                  <a:cubicBezTo>
                    <a:pt x="5846" y="7870"/>
                    <a:pt x="5905" y="7816"/>
                    <a:pt x="5905" y="7704"/>
                  </a:cubicBezTo>
                  <a:cubicBezTo>
                    <a:pt x="5959" y="7645"/>
                    <a:pt x="5959" y="7591"/>
                    <a:pt x="6017" y="7533"/>
                  </a:cubicBezTo>
                  <a:cubicBezTo>
                    <a:pt x="6071" y="7421"/>
                    <a:pt x="6130" y="7367"/>
                    <a:pt x="6184" y="7308"/>
                  </a:cubicBezTo>
                  <a:cubicBezTo>
                    <a:pt x="6633" y="7029"/>
                    <a:pt x="6971" y="6692"/>
                    <a:pt x="7254" y="6296"/>
                  </a:cubicBezTo>
                  <a:cubicBezTo>
                    <a:pt x="7704" y="5680"/>
                    <a:pt x="7982" y="4835"/>
                    <a:pt x="7982" y="3994"/>
                  </a:cubicBezTo>
                  <a:lnTo>
                    <a:pt x="7982" y="3769"/>
                  </a:lnTo>
                  <a:cubicBezTo>
                    <a:pt x="7982" y="3486"/>
                    <a:pt x="7928" y="3261"/>
                    <a:pt x="7870" y="2982"/>
                  </a:cubicBezTo>
                  <a:cubicBezTo>
                    <a:pt x="7870" y="2924"/>
                    <a:pt x="7816" y="2811"/>
                    <a:pt x="7816" y="2757"/>
                  </a:cubicBezTo>
                  <a:cubicBezTo>
                    <a:pt x="7533" y="1858"/>
                    <a:pt x="6917" y="1125"/>
                    <a:pt x="6184" y="621"/>
                  </a:cubicBezTo>
                  <a:lnTo>
                    <a:pt x="6130" y="621"/>
                  </a:lnTo>
                  <a:cubicBezTo>
                    <a:pt x="5509" y="226"/>
                    <a:pt x="4781" y="1"/>
                    <a:pt x="3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3"/>
            <p:cNvSpPr/>
            <p:nvPr/>
          </p:nvSpPr>
          <p:spPr>
            <a:xfrm>
              <a:off x="944306" y="1880910"/>
              <a:ext cx="181164" cy="1313364"/>
            </a:xfrm>
            <a:custGeom>
              <a:avLst/>
              <a:gdLst/>
              <a:ahLst/>
              <a:cxnLst/>
              <a:rect l="l" t="t" r="r" b="b"/>
              <a:pathLst>
                <a:path w="8041" h="58294" extrusionOk="0">
                  <a:moveTo>
                    <a:pt x="8041" y="0"/>
                  </a:moveTo>
                  <a:cubicBezTo>
                    <a:pt x="6633" y="1408"/>
                    <a:pt x="5396" y="3036"/>
                    <a:pt x="4497" y="4893"/>
                  </a:cubicBezTo>
                  <a:cubicBezTo>
                    <a:pt x="2082" y="9727"/>
                    <a:pt x="1070" y="15236"/>
                    <a:pt x="450" y="20574"/>
                  </a:cubicBezTo>
                  <a:cubicBezTo>
                    <a:pt x="171" y="22993"/>
                    <a:pt x="0" y="25520"/>
                    <a:pt x="0" y="27993"/>
                  </a:cubicBezTo>
                  <a:cubicBezTo>
                    <a:pt x="0" y="33052"/>
                    <a:pt x="621" y="38170"/>
                    <a:pt x="1633" y="43116"/>
                  </a:cubicBezTo>
                  <a:cubicBezTo>
                    <a:pt x="1857" y="44182"/>
                    <a:pt x="2082" y="45252"/>
                    <a:pt x="2361" y="46318"/>
                  </a:cubicBezTo>
                  <a:cubicBezTo>
                    <a:pt x="2532" y="46880"/>
                    <a:pt x="2644" y="47442"/>
                    <a:pt x="2811" y="48005"/>
                  </a:cubicBezTo>
                  <a:cubicBezTo>
                    <a:pt x="3148" y="50087"/>
                    <a:pt x="3769" y="52052"/>
                    <a:pt x="4722" y="53850"/>
                  </a:cubicBezTo>
                  <a:cubicBezTo>
                    <a:pt x="5621" y="55483"/>
                    <a:pt x="6746" y="56998"/>
                    <a:pt x="8041" y="58293"/>
                  </a:cubicBezTo>
                  <a:lnTo>
                    <a:pt x="804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3"/>
            <p:cNvSpPr/>
            <p:nvPr/>
          </p:nvSpPr>
          <p:spPr>
            <a:xfrm>
              <a:off x="1916882" y="2767374"/>
              <a:ext cx="514180" cy="854901"/>
            </a:xfrm>
            <a:custGeom>
              <a:avLst/>
              <a:gdLst/>
              <a:ahLst/>
              <a:cxnLst/>
              <a:rect l="l" t="t" r="r" b="b"/>
              <a:pathLst>
                <a:path w="22822" h="37945" extrusionOk="0">
                  <a:moveTo>
                    <a:pt x="10177" y="0"/>
                  </a:moveTo>
                  <a:cubicBezTo>
                    <a:pt x="4556" y="0"/>
                    <a:pt x="0" y="4609"/>
                    <a:pt x="0" y="10230"/>
                  </a:cubicBezTo>
                  <a:lnTo>
                    <a:pt x="0" y="37945"/>
                  </a:lnTo>
                  <a:lnTo>
                    <a:pt x="5172" y="37945"/>
                  </a:lnTo>
                  <a:lnTo>
                    <a:pt x="5172" y="10230"/>
                  </a:lnTo>
                  <a:cubicBezTo>
                    <a:pt x="5172" y="7478"/>
                    <a:pt x="7420" y="5230"/>
                    <a:pt x="10177" y="5230"/>
                  </a:cubicBezTo>
                  <a:lnTo>
                    <a:pt x="22822" y="5230"/>
                  </a:lnTo>
                  <a:lnTo>
                    <a:pt x="228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3"/>
            <p:cNvSpPr/>
            <p:nvPr/>
          </p:nvSpPr>
          <p:spPr>
            <a:xfrm>
              <a:off x="1916882" y="2767374"/>
              <a:ext cx="399006" cy="325536"/>
            </a:xfrm>
            <a:custGeom>
              <a:avLst/>
              <a:gdLst/>
              <a:ahLst/>
              <a:cxnLst/>
              <a:rect l="l" t="t" r="r" b="b"/>
              <a:pathLst>
                <a:path w="17710" h="14449" extrusionOk="0">
                  <a:moveTo>
                    <a:pt x="10177" y="0"/>
                  </a:moveTo>
                  <a:cubicBezTo>
                    <a:pt x="4556" y="0"/>
                    <a:pt x="0" y="4609"/>
                    <a:pt x="0" y="10230"/>
                  </a:cubicBezTo>
                  <a:lnTo>
                    <a:pt x="0" y="14449"/>
                  </a:lnTo>
                  <a:lnTo>
                    <a:pt x="5172" y="14449"/>
                  </a:lnTo>
                  <a:lnTo>
                    <a:pt x="5172" y="10230"/>
                  </a:lnTo>
                  <a:cubicBezTo>
                    <a:pt x="5172" y="7478"/>
                    <a:pt x="7420" y="5230"/>
                    <a:pt x="10177" y="5230"/>
                  </a:cubicBezTo>
                  <a:lnTo>
                    <a:pt x="17709" y="5230"/>
                  </a:lnTo>
                  <a:lnTo>
                    <a:pt x="177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3"/>
            <p:cNvSpPr/>
            <p:nvPr/>
          </p:nvSpPr>
          <p:spPr>
            <a:xfrm>
              <a:off x="2352502" y="2054427"/>
              <a:ext cx="873871" cy="1542562"/>
            </a:xfrm>
            <a:custGeom>
              <a:avLst/>
              <a:gdLst/>
              <a:ahLst/>
              <a:cxnLst/>
              <a:rect l="l" t="t" r="r" b="b"/>
              <a:pathLst>
                <a:path w="38787" h="68467" extrusionOk="0">
                  <a:moveTo>
                    <a:pt x="18027" y="0"/>
                  </a:moveTo>
                  <a:cubicBezTo>
                    <a:pt x="17958" y="0"/>
                    <a:pt x="17890" y="1"/>
                    <a:pt x="17822" y="2"/>
                  </a:cubicBezTo>
                  <a:cubicBezTo>
                    <a:pt x="10569" y="2"/>
                    <a:pt x="4219" y="4498"/>
                    <a:pt x="1462" y="10848"/>
                  </a:cubicBezTo>
                  <a:cubicBezTo>
                    <a:pt x="675" y="12759"/>
                    <a:pt x="172" y="14841"/>
                    <a:pt x="59" y="17031"/>
                  </a:cubicBezTo>
                  <a:cubicBezTo>
                    <a:pt x="1" y="18776"/>
                    <a:pt x="172" y="20404"/>
                    <a:pt x="509" y="21978"/>
                  </a:cubicBezTo>
                  <a:lnTo>
                    <a:pt x="563" y="21978"/>
                  </a:lnTo>
                  <a:lnTo>
                    <a:pt x="563" y="22036"/>
                  </a:lnTo>
                  <a:cubicBezTo>
                    <a:pt x="621" y="22427"/>
                    <a:pt x="734" y="22765"/>
                    <a:pt x="846" y="23160"/>
                  </a:cubicBezTo>
                  <a:cubicBezTo>
                    <a:pt x="900" y="23273"/>
                    <a:pt x="959" y="23385"/>
                    <a:pt x="959" y="23498"/>
                  </a:cubicBezTo>
                  <a:cubicBezTo>
                    <a:pt x="1238" y="24339"/>
                    <a:pt x="1575" y="25126"/>
                    <a:pt x="1971" y="25913"/>
                  </a:cubicBezTo>
                  <a:cubicBezTo>
                    <a:pt x="2533" y="27037"/>
                    <a:pt x="3207" y="28049"/>
                    <a:pt x="3994" y="29006"/>
                  </a:cubicBezTo>
                  <a:cubicBezTo>
                    <a:pt x="4107" y="29119"/>
                    <a:pt x="4161" y="29231"/>
                    <a:pt x="4273" y="29344"/>
                  </a:cubicBezTo>
                  <a:cubicBezTo>
                    <a:pt x="4273" y="29398"/>
                    <a:pt x="4273" y="29398"/>
                    <a:pt x="4331" y="29456"/>
                  </a:cubicBezTo>
                  <a:cubicBezTo>
                    <a:pt x="4444" y="29568"/>
                    <a:pt x="4498" y="29735"/>
                    <a:pt x="4610" y="29847"/>
                  </a:cubicBezTo>
                  <a:cubicBezTo>
                    <a:pt x="4669" y="30018"/>
                    <a:pt x="4781" y="30185"/>
                    <a:pt x="4835" y="30297"/>
                  </a:cubicBezTo>
                  <a:cubicBezTo>
                    <a:pt x="4947" y="30468"/>
                    <a:pt x="5006" y="30634"/>
                    <a:pt x="5060" y="30747"/>
                  </a:cubicBezTo>
                  <a:cubicBezTo>
                    <a:pt x="6072" y="32941"/>
                    <a:pt x="6130" y="35414"/>
                    <a:pt x="5172" y="37550"/>
                  </a:cubicBezTo>
                  <a:cubicBezTo>
                    <a:pt x="5172" y="37604"/>
                    <a:pt x="5172" y="37663"/>
                    <a:pt x="5118" y="37717"/>
                  </a:cubicBezTo>
                  <a:lnTo>
                    <a:pt x="5118" y="37775"/>
                  </a:lnTo>
                  <a:cubicBezTo>
                    <a:pt x="5060" y="37888"/>
                    <a:pt x="5006" y="38000"/>
                    <a:pt x="4894" y="38113"/>
                  </a:cubicBezTo>
                  <a:lnTo>
                    <a:pt x="4894" y="38167"/>
                  </a:lnTo>
                  <a:cubicBezTo>
                    <a:pt x="4835" y="38279"/>
                    <a:pt x="4723" y="38450"/>
                    <a:pt x="4669" y="38562"/>
                  </a:cubicBezTo>
                  <a:cubicBezTo>
                    <a:pt x="4556" y="38675"/>
                    <a:pt x="4498" y="38841"/>
                    <a:pt x="4385" y="38953"/>
                  </a:cubicBezTo>
                  <a:cubicBezTo>
                    <a:pt x="4273" y="39066"/>
                    <a:pt x="4161" y="39237"/>
                    <a:pt x="4107" y="39349"/>
                  </a:cubicBezTo>
                  <a:cubicBezTo>
                    <a:pt x="3936" y="39516"/>
                    <a:pt x="3769" y="39740"/>
                    <a:pt x="3657" y="39911"/>
                  </a:cubicBezTo>
                  <a:cubicBezTo>
                    <a:pt x="3598" y="39911"/>
                    <a:pt x="3598" y="39965"/>
                    <a:pt x="3598" y="39965"/>
                  </a:cubicBezTo>
                  <a:cubicBezTo>
                    <a:pt x="3486" y="40078"/>
                    <a:pt x="3432" y="40249"/>
                    <a:pt x="3320" y="40361"/>
                  </a:cubicBezTo>
                  <a:cubicBezTo>
                    <a:pt x="3207" y="40527"/>
                    <a:pt x="3095" y="40698"/>
                    <a:pt x="2982" y="40811"/>
                  </a:cubicBezTo>
                  <a:cubicBezTo>
                    <a:pt x="2924" y="40923"/>
                    <a:pt x="2924" y="40977"/>
                    <a:pt x="2870" y="41036"/>
                  </a:cubicBezTo>
                  <a:cubicBezTo>
                    <a:pt x="2811" y="41089"/>
                    <a:pt x="2757" y="41202"/>
                    <a:pt x="2699" y="41260"/>
                  </a:cubicBezTo>
                  <a:cubicBezTo>
                    <a:pt x="2645" y="41427"/>
                    <a:pt x="2533" y="41539"/>
                    <a:pt x="2474" y="41652"/>
                  </a:cubicBezTo>
                  <a:lnTo>
                    <a:pt x="2137" y="42326"/>
                  </a:lnTo>
                  <a:cubicBezTo>
                    <a:pt x="2025" y="42439"/>
                    <a:pt x="1971" y="42551"/>
                    <a:pt x="1912" y="42722"/>
                  </a:cubicBezTo>
                  <a:cubicBezTo>
                    <a:pt x="1746" y="43059"/>
                    <a:pt x="1521" y="43450"/>
                    <a:pt x="1350" y="43900"/>
                  </a:cubicBezTo>
                  <a:cubicBezTo>
                    <a:pt x="1296" y="44125"/>
                    <a:pt x="1184" y="44296"/>
                    <a:pt x="1125" y="44521"/>
                  </a:cubicBezTo>
                  <a:cubicBezTo>
                    <a:pt x="1125" y="44575"/>
                    <a:pt x="1071" y="44633"/>
                    <a:pt x="1071" y="44633"/>
                  </a:cubicBezTo>
                  <a:cubicBezTo>
                    <a:pt x="1013" y="44799"/>
                    <a:pt x="1013" y="44912"/>
                    <a:pt x="959" y="45024"/>
                  </a:cubicBezTo>
                  <a:cubicBezTo>
                    <a:pt x="900" y="45137"/>
                    <a:pt x="900" y="45249"/>
                    <a:pt x="846" y="45362"/>
                  </a:cubicBezTo>
                  <a:cubicBezTo>
                    <a:pt x="846" y="45420"/>
                    <a:pt x="788" y="45532"/>
                    <a:pt x="788" y="45645"/>
                  </a:cubicBezTo>
                  <a:cubicBezTo>
                    <a:pt x="675" y="45924"/>
                    <a:pt x="621" y="46207"/>
                    <a:pt x="509" y="46486"/>
                  </a:cubicBezTo>
                  <a:cubicBezTo>
                    <a:pt x="509" y="46657"/>
                    <a:pt x="451" y="46823"/>
                    <a:pt x="397" y="46994"/>
                  </a:cubicBezTo>
                  <a:cubicBezTo>
                    <a:pt x="397" y="47160"/>
                    <a:pt x="338" y="47273"/>
                    <a:pt x="338" y="47444"/>
                  </a:cubicBezTo>
                  <a:cubicBezTo>
                    <a:pt x="284" y="47781"/>
                    <a:pt x="226" y="48172"/>
                    <a:pt x="172" y="48568"/>
                  </a:cubicBezTo>
                  <a:cubicBezTo>
                    <a:pt x="172" y="48734"/>
                    <a:pt x="113" y="48905"/>
                    <a:pt x="113" y="49071"/>
                  </a:cubicBezTo>
                  <a:cubicBezTo>
                    <a:pt x="113" y="49242"/>
                    <a:pt x="113" y="49409"/>
                    <a:pt x="59" y="49580"/>
                  </a:cubicBezTo>
                  <a:lnTo>
                    <a:pt x="59" y="50142"/>
                  </a:lnTo>
                  <a:lnTo>
                    <a:pt x="59" y="50645"/>
                  </a:lnTo>
                  <a:lnTo>
                    <a:pt x="59" y="51041"/>
                  </a:lnTo>
                  <a:lnTo>
                    <a:pt x="59" y="51432"/>
                  </a:lnTo>
                  <a:cubicBezTo>
                    <a:pt x="59" y="51716"/>
                    <a:pt x="113" y="51994"/>
                    <a:pt x="113" y="52278"/>
                  </a:cubicBezTo>
                  <a:cubicBezTo>
                    <a:pt x="172" y="52557"/>
                    <a:pt x="172" y="52781"/>
                    <a:pt x="226" y="53065"/>
                  </a:cubicBezTo>
                  <a:cubicBezTo>
                    <a:pt x="338" y="54076"/>
                    <a:pt x="563" y="55088"/>
                    <a:pt x="900" y="56042"/>
                  </a:cubicBezTo>
                  <a:cubicBezTo>
                    <a:pt x="900" y="56154"/>
                    <a:pt x="959" y="56266"/>
                    <a:pt x="1013" y="56379"/>
                  </a:cubicBezTo>
                  <a:cubicBezTo>
                    <a:pt x="1013" y="56550"/>
                    <a:pt x="1071" y="56662"/>
                    <a:pt x="1125" y="56775"/>
                  </a:cubicBezTo>
                  <a:lnTo>
                    <a:pt x="1462" y="57616"/>
                  </a:lnTo>
                  <a:cubicBezTo>
                    <a:pt x="4203" y="63985"/>
                    <a:pt x="10493" y="68467"/>
                    <a:pt x="17803" y="68467"/>
                  </a:cubicBezTo>
                  <a:cubicBezTo>
                    <a:pt x="17847" y="68467"/>
                    <a:pt x="17891" y="68467"/>
                    <a:pt x="17934" y="68466"/>
                  </a:cubicBezTo>
                  <a:cubicBezTo>
                    <a:pt x="22710" y="68466"/>
                    <a:pt x="27095" y="66555"/>
                    <a:pt x="30301" y="63407"/>
                  </a:cubicBezTo>
                  <a:cubicBezTo>
                    <a:pt x="31650" y="62112"/>
                    <a:pt x="32774" y="60597"/>
                    <a:pt x="33674" y="58965"/>
                  </a:cubicBezTo>
                  <a:cubicBezTo>
                    <a:pt x="34573" y="57166"/>
                    <a:pt x="35247" y="55201"/>
                    <a:pt x="35526" y="53119"/>
                  </a:cubicBezTo>
                  <a:cubicBezTo>
                    <a:pt x="35697" y="52557"/>
                    <a:pt x="35864" y="51994"/>
                    <a:pt x="35976" y="51432"/>
                  </a:cubicBezTo>
                  <a:cubicBezTo>
                    <a:pt x="36259" y="50367"/>
                    <a:pt x="36538" y="49355"/>
                    <a:pt x="36763" y="48284"/>
                  </a:cubicBezTo>
                  <a:cubicBezTo>
                    <a:pt x="38283" y="40865"/>
                    <a:pt x="38787" y="33166"/>
                    <a:pt x="37946" y="25688"/>
                  </a:cubicBezTo>
                  <a:cubicBezTo>
                    <a:pt x="37325" y="20404"/>
                    <a:pt x="36313" y="14841"/>
                    <a:pt x="33898" y="10007"/>
                  </a:cubicBezTo>
                  <a:cubicBezTo>
                    <a:pt x="32999" y="8208"/>
                    <a:pt x="31762" y="6522"/>
                    <a:pt x="30301" y="5114"/>
                  </a:cubicBezTo>
                  <a:cubicBezTo>
                    <a:pt x="27030" y="1959"/>
                    <a:pt x="22672" y="0"/>
                    <a:pt x="180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3"/>
            <p:cNvSpPr/>
            <p:nvPr/>
          </p:nvSpPr>
          <p:spPr>
            <a:xfrm>
              <a:off x="2237311" y="2734437"/>
              <a:ext cx="376116" cy="183710"/>
            </a:xfrm>
            <a:custGeom>
              <a:avLst/>
              <a:gdLst/>
              <a:ahLst/>
              <a:cxnLst/>
              <a:rect l="l" t="t" r="r" b="b"/>
              <a:pathLst>
                <a:path w="16694" h="8154" extrusionOk="0">
                  <a:moveTo>
                    <a:pt x="1" y="1"/>
                  </a:moveTo>
                  <a:lnTo>
                    <a:pt x="1" y="8153"/>
                  </a:lnTo>
                  <a:lnTo>
                    <a:pt x="16693" y="8153"/>
                  </a:lnTo>
                  <a:lnTo>
                    <a:pt x="166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3"/>
            <p:cNvSpPr/>
            <p:nvPr/>
          </p:nvSpPr>
          <p:spPr>
            <a:xfrm>
              <a:off x="2353831" y="2904124"/>
              <a:ext cx="469818" cy="448347"/>
            </a:xfrm>
            <a:custGeom>
              <a:avLst/>
              <a:gdLst/>
              <a:ahLst/>
              <a:cxnLst/>
              <a:rect l="l" t="t" r="r" b="b"/>
              <a:pathLst>
                <a:path w="20853" h="19900" extrusionOk="0">
                  <a:moveTo>
                    <a:pt x="5059" y="1"/>
                  </a:moveTo>
                  <a:cubicBezTo>
                    <a:pt x="4776" y="563"/>
                    <a:pt x="4439" y="1125"/>
                    <a:pt x="4048" y="1633"/>
                  </a:cubicBezTo>
                  <a:cubicBezTo>
                    <a:pt x="1516" y="4723"/>
                    <a:pt x="0" y="8657"/>
                    <a:pt x="0" y="12929"/>
                  </a:cubicBezTo>
                  <a:cubicBezTo>
                    <a:pt x="0" y="15403"/>
                    <a:pt x="504" y="17763"/>
                    <a:pt x="1403" y="19900"/>
                  </a:cubicBezTo>
                  <a:lnTo>
                    <a:pt x="3598" y="19900"/>
                  </a:lnTo>
                  <a:cubicBezTo>
                    <a:pt x="10959" y="19900"/>
                    <a:pt x="17255" y="15403"/>
                    <a:pt x="19953" y="9053"/>
                  </a:cubicBezTo>
                  <a:cubicBezTo>
                    <a:pt x="20852" y="6917"/>
                    <a:pt x="20290" y="4444"/>
                    <a:pt x="18662" y="2757"/>
                  </a:cubicBezTo>
                  <a:cubicBezTo>
                    <a:pt x="16918" y="1013"/>
                    <a:pt x="14557" y="1"/>
                    <a:pt x="120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3"/>
            <p:cNvSpPr/>
            <p:nvPr/>
          </p:nvSpPr>
          <p:spPr>
            <a:xfrm>
              <a:off x="2412091" y="2944653"/>
              <a:ext cx="29086" cy="41861"/>
            </a:xfrm>
            <a:custGeom>
              <a:avLst/>
              <a:gdLst/>
              <a:ahLst/>
              <a:cxnLst/>
              <a:rect l="l" t="t" r="r" b="b"/>
              <a:pathLst>
                <a:path w="1291" h="1858" extrusionOk="0">
                  <a:moveTo>
                    <a:pt x="1291" y="1"/>
                  </a:moveTo>
                  <a:cubicBezTo>
                    <a:pt x="1066" y="338"/>
                    <a:pt x="787" y="621"/>
                    <a:pt x="562" y="958"/>
                  </a:cubicBezTo>
                  <a:lnTo>
                    <a:pt x="616" y="958"/>
                  </a:lnTo>
                  <a:cubicBezTo>
                    <a:pt x="675" y="846"/>
                    <a:pt x="729" y="788"/>
                    <a:pt x="787" y="734"/>
                  </a:cubicBezTo>
                  <a:cubicBezTo>
                    <a:pt x="787" y="675"/>
                    <a:pt x="841" y="621"/>
                    <a:pt x="841" y="621"/>
                  </a:cubicBezTo>
                  <a:cubicBezTo>
                    <a:pt x="953" y="450"/>
                    <a:pt x="1124" y="284"/>
                    <a:pt x="1237" y="113"/>
                  </a:cubicBezTo>
                  <a:cubicBezTo>
                    <a:pt x="1237" y="59"/>
                    <a:pt x="1291" y="59"/>
                    <a:pt x="1291" y="1"/>
                  </a:cubicBezTo>
                  <a:close/>
                  <a:moveTo>
                    <a:pt x="504" y="1071"/>
                  </a:moveTo>
                  <a:cubicBezTo>
                    <a:pt x="337" y="1350"/>
                    <a:pt x="166" y="1633"/>
                    <a:pt x="0" y="1858"/>
                  </a:cubicBezTo>
                  <a:cubicBezTo>
                    <a:pt x="166" y="1633"/>
                    <a:pt x="337" y="1350"/>
                    <a:pt x="504" y="1125"/>
                  </a:cubicBezTo>
                  <a:lnTo>
                    <a:pt x="504" y="1071"/>
                  </a:lnTo>
                  <a:close/>
                </a:path>
              </a:pathLst>
            </a:custGeom>
            <a:solidFill>
              <a:srgbClr val="DAA4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3"/>
            <p:cNvSpPr/>
            <p:nvPr/>
          </p:nvSpPr>
          <p:spPr>
            <a:xfrm>
              <a:off x="2423423" y="2940913"/>
              <a:ext cx="21606" cy="29086"/>
            </a:xfrm>
            <a:custGeom>
              <a:avLst/>
              <a:gdLst/>
              <a:ahLst/>
              <a:cxnLst/>
              <a:rect l="l" t="t" r="r" b="b"/>
              <a:pathLst>
                <a:path w="959" h="1291" extrusionOk="0">
                  <a:moveTo>
                    <a:pt x="959" y="0"/>
                  </a:moveTo>
                  <a:lnTo>
                    <a:pt x="788" y="167"/>
                  </a:lnTo>
                  <a:cubicBezTo>
                    <a:pt x="788" y="177"/>
                    <a:pt x="786" y="186"/>
                    <a:pt x="783" y="193"/>
                  </a:cubicBezTo>
                  <a:lnTo>
                    <a:pt x="783" y="193"/>
                  </a:lnTo>
                  <a:cubicBezTo>
                    <a:pt x="826" y="130"/>
                    <a:pt x="879" y="80"/>
                    <a:pt x="959" y="0"/>
                  </a:cubicBezTo>
                  <a:close/>
                  <a:moveTo>
                    <a:pt x="783" y="193"/>
                  </a:moveTo>
                  <a:cubicBezTo>
                    <a:pt x="778" y="201"/>
                    <a:pt x="772" y="209"/>
                    <a:pt x="767" y="218"/>
                  </a:cubicBezTo>
                  <a:lnTo>
                    <a:pt x="767" y="218"/>
                  </a:lnTo>
                  <a:cubicBezTo>
                    <a:pt x="773" y="211"/>
                    <a:pt x="779" y="203"/>
                    <a:pt x="783" y="193"/>
                  </a:cubicBezTo>
                  <a:close/>
                  <a:moveTo>
                    <a:pt x="767" y="218"/>
                  </a:moveTo>
                  <a:lnTo>
                    <a:pt x="767" y="218"/>
                  </a:lnTo>
                  <a:cubicBezTo>
                    <a:pt x="752" y="235"/>
                    <a:pt x="734" y="248"/>
                    <a:pt x="734" y="279"/>
                  </a:cubicBezTo>
                  <a:cubicBezTo>
                    <a:pt x="744" y="257"/>
                    <a:pt x="755" y="237"/>
                    <a:pt x="767" y="218"/>
                  </a:cubicBezTo>
                  <a:close/>
                  <a:moveTo>
                    <a:pt x="59" y="1124"/>
                  </a:moveTo>
                  <a:cubicBezTo>
                    <a:pt x="59" y="1178"/>
                    <a:pt x="1" y="1237"/>
                    <a:pt x="1" y="1237"/>
                  </a:cubicBezTo>
                  <a:lnTo>
                    <a:pt x="1" y="1291"/>
                  </a:lnTo>
                  <a:cubicBezTo>
                    <a:pt x="1" y="1237"/>
                    <a:pt x="59" y="1178"/>
                    <a:pt x="113" y="1124"/>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3"/>
            <p:cNvSpPr/>
            <p:nvPr/>
          </p:nvSpPr>
          <p:spPr>
            <a:xfrm>
              <a:off x="2466476" y="2900384"/>
              <a:ext cx="44407" cy="7615"/>
            </a:xfrm>
            <a:custGeom>
              <a:avLst/>
              <a:gdLst/>
              <a:ahLst/>
              <a:cxnLst/>
              <a:rect l="l" t="t" r="r" b="b"/>
              <a:pathLst>
                <a:path w="1971" h="338" extrusionOk="0">
                  <a:moveTo>
                    <a:pt x="113" y="0"/>
                  </a:moveTo>
                  <a:cubicBezTo>
                    <a:pt x="113" y="56"/>
                    <a:pt x="100" y="111"/>
                    <a:pt x="80" y="167"/>
                  </a:cubicBezTo>
                  <a:lnTo>
                    <a:pt x="1971" y="167"/>
                  </a:lnTo>
                  <a:lnTo>
                    <a:pt x="113" y="0"/>
                  </a:lnTo>
                  <a:close/>
                  <a:moveTo>
                    <a:pt x="59" y="167"/>
                  </a:moveTo>
                  <a:cubicBezTo>
                    <a:pt x="59" y="225"/>
                    <a:pt x="1" y="279"/>
                    <a:pt x="1" y="338"/>
                  </a:cubicBezTo>
                  <a:cubicBezTo>
                    <a:pt x="31" y="281"/>
                    <a:pt x="59" y="224"/>
                    <a:pt x="80" y="167"/>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3"/>
            <p:cNvSpPr/>
            <p:nvPr/>
          </p:nvSpPr>
          <p:spPr>
            <a:xfrm>
              <a:off x="2363969" y="2904124"/>
              <a:ext cx="443255" cy="197588"/>
            </a:xfrm>
            <a:custGeom>
              <a:avLst/>
              <a:gdLst/>
              <a:ahLst/>
              <a:cxnLst/>
              <a:rect l="l" t="t" r="r" b="b"/>
              <a:pathLst>
                <a:path w="19674" h="8770" extrusionOk="0">
                  <a:moveTo>
                    <a:pt x="4609" y="1"/>
                  </a:moveTo>
                  <a:cubicBezTo>
                    <a:pt x="4609" y="59"/>
                    <a:pt x="4551" y="113"/>
                    <a:pt x="4551" y="172"/>
                  </a:cubicBezTo>
                  <a:cubicBezTo>
                    <a:pt x="4326" y="563"/>
                    <a:pt x="4101" y="959"/>
                    <a:pt x="3822" y="1350"/>
                  </a:cubicBezTo>
                  <a:cubicBezTo>
                    <a:pt x="3710" y="1462"/>
                    <a:pt x="3652" y="1521"/>
                    <a:pt x="3598" y="1633"/>
                  </a:cubicBezTo>
                  <a:cubicBezTo>
                    <a:pt x="3485" y="1746"/>
                    <a:pt x="3427" y="1800"/>
                    <a:pt x="3373" y="1912"/>
                  </a:cubicBezTo>
                  <a:cubicBezTo>
                    <a:pt x="3260" y="2083"/>
                    <a:pt x="3089" y="2249"/>
                    <a:pt x="2977" y="2420"/>
                  </a:cubicBezTo>
                  <a:cubicBezTo>
                    <a:pt x="2977" y="2420"/>
                    <a:pt x="2923" y="2474"/>
                    <a:pt x="2923" y="2533"/>
                  </a:cubicBezTo>
                  <a:cubicBezTo>
                    <a:pt x="2865" y="2587"/>
                    <a:pt x="2811" y="2645"/>
                    <a:pt x="2752" y="2757"/>
                  </a:cubicBezTo>
                  <a:cubicBezTo>
                    <a:pt x="2698" y="2811"/>
                    <a:pt x="2640" y="2870"/>
                    <a:pt x="2640" y="2924"/>
                  </a:cubicBezTo>
                  <a:cubicBezTo>
                    <a:pt x="2473" y="3149"/>
                    <a:pt x="2302" y="3432"/>
                    <a:pt x="2136" y="3657"/>
                  </a:cubicBezTo>
                  <a:cubicBezTo>
                    <a:pt x="2078" y="3711"/>
                    <a:pt x="2078" y="3769"/>
                    <a:pt x="2078" y="3769"/>
                  </a:cubicBezTo>
                  <a:cubicBezTo>
                    <a:pt x="2078" y="3823"/>
                    <a:pt x="2078" y="3823"/>
                    <a:pt x="2024" y="3823"/>
                  </a:cubicBezTo>
                  <a:cubicBezTo>
                    <a:pt x="1124" y="5343"/>
                    <a:pt x="450" y="7029"/>
                    <a:pt x="0" y="8770"/>
                  </a:cubicBezTo>
                  <a:lnTo>
                    <a:pt x="18941" y="8770"/>
                  </a:lnTo>
                  <a:lnTo>
                    <a:pt x="19674" y="8208"/>
                  </a:lnTo>
                  <a:lnTo>
                    <a:pt x="19562" y="5456"/>
                  </a:lnTo>
                  <a:lnTo>
                    <a:pt x="17538" y="2533"/>
                  </a:lnTo>
                  <a:lnTo>
                    <a:pt x="14615" y="788"/>
                  </a:lnTo>
                  <a:lnTo>
                    <a:pt x="65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3"/>
            <p:cNvSpPr/>
            <p:nvPr/>
          </p:nvSpPr>
          <p:spPr>
            <a:xfrm>
              <a:off x="2349978" y="2298797"/>
              <a:ext cx="473671" cy="448347"/>
            </a:xfrm>
            <a:custGeom>
              <a:avLst/>
              <a:gdLst/>
              <a:ahLst/>
              <a:cxnLst/>
              <a:rect l="l" t="t" r="r" b="b"/>
              <a:pathLst>
                <a:path w="21024" h="19900" extrusionOk="0">
                  <a:moveTo>
                    <a:pt x="1574" y="1"/>
                  </a:moveTo>
                  <a:cubicBezTo>
                    <a:pt x="787" y="1912"/>
                    <a:pt x="284" y="3994"/>
                    <a:pt x="171" y="6184"/>
                  </a:cubicBezTo>
                  <a:cubicBezTo>
                    <a:pt x="0" y="10740"/>
                    <a:pt x="1520" y="14953"/>
                    <a:pt x="4106" y="18159"/>
                  </a:cubicBezTo>
                  <a:cubicBezTo>
                    <a:pt x="4556" y="18721"/>
                    <a:pt x="4893" y="19284"/>
                    <a:pt x="5172" y="19900"/>
                  </a:cubicBezTo>
                  <a:lnTo>
                    <a:pt x="12254" y="19900"/>
                  </a:lnTo>
                  <a:cubicBezTo>
                    <a:pt x="14728" y="19900"/>
                    <a:pt x="17089" y="18946"/>
                    <a:pt x="18833" y="17148"/>
                  </a:cubicBezTo>
                  <a:cubicBezTo>
                    <a:pt x="20461" y="15515"/>
                    <a:pt x="21023" y="13042"/>
                    <a:pt x="20124" y="10852"/>
                  </a:cubicBezTo>
                  <a:cubicBezTo>
                    <a:pt x="17426" y="4498"/>
                    <a:pt x="11130" y="1"/>
                    <a:pt x="37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3"/>
            <p:cNvSpPr/>
            <p:nvPr/>
          </p:nvSpPr>
          <p:spPr>
            <a:xfrm>
              <a:off x="2363969" y="2549543"/>
              <a:ext cx="83586" cy="165979"/>
            </a:xfrm>
            <a:custGeom>
              <a:avLst/>
              <a:gdLst/>
              <a:ahLst/>
              <a:cxnLst/>
              <a:rect l="l" t="t" r="r" b="b"/>
              <a:pathLst>
                <a:path w="3710" h="7367" extrusionOk="0">
                  <a:moveTo>
                    <a:pt x="0" y="1"/>
                  </a:moveTo>
                  <a:cubicBezTo>
                    <a:pt x="135" y="539"/>
                    <a:pt x="292" y="1066"/>
                    <a:pt x="470" y="1582"/>
                  </a:cubicBezTo>
                  <a:lnTo>
                    <a:pt x="470" y="1582"/>
                  </a:lnTo>
                  <a:cubicBezTo>
                    <a:pt x="463" y="1561"/>
                    <a:pt x="456" y="1541"/>
                    <a:pt x="450" y="1521"/>
                  </a:cubicBezTo>
                  <a:cubicBezTo>
                    <a:pt x="450" y="1408"/>
                    <a:pt x="391" y="1296"/>
                    <a:pt x="337" y="1183"/>
                  </a:cubicBezTo>
                  <a:cubicBezTo>
                    <a:pt x="225" y="788"/>
                    <a:pt x="112" y="450"/>
                    <a:pt x="54" y="59"/>
                  </a:cubicBezTo>
                  <a:lnTo>
                    <a:pt x="54" y="1"/>
                  </a:lnTo>
                  <a:close/>
                  <a:moveTo>
                    <a:pt x="470" y="1582"/>
                  </a:moveTo>
                  <a:lnTo>
                    <a:pt x="470" y="1582"/>
                  </a:lnTo>
                  <a:cubicBezTo>
                    <a:pt x="745" y="2400"/>
                    <a:pt x="1075" y="3168"/>
                    <a:pt x="1462" y="3936"/>
                  </a:cubicBezTo>
                  <a:cubicBezTo>
                    <a:pt x="2024" y="5060"/>
                    <a:pt x="2698" y="6072"/>
                    <a:pt x="3485" y="7029"/>
                  </a:cubicBezTo>
                  <a:cubicBezTo>
                    <a:pt x="3598" y="7142"/>
                    <a:pt x="3652" y="7254"/>
                    <a:pt x="3710" y="7367"/>
                  </a:cubicBezTo>
                  <a:cubicBezTo>
                    <a:pt x="3710" y="7308"/>
                    <a:pt x="3652" y="7254"/>
                    <a:pt x="3598" y="7142"/>
                  </a:cubicBezTo>
                  <a:cubicBezTo>
                    <a:pt x="2248" y="5522"/>
                    <a:pt x="1186" y="3649"/>
                    <a:pt x="470" y="1582"/>
                  </a:cubicBezTo>
                  <a:close/>
                </a:path>
              </a:pathLst>
            </a:custGeom>
            <a:solidFill>
              <a:srgbClr val="DAA4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3"/>
            <p:cNvSpPr/>
            <p:nvPr/>
          </p:nvSpPr>
          <p:spPr>
            <a:xfrm>
              <a:off x="2365186" y="2549543"/>
              <a:ext cx="84916" cy="168524"/>
            </a:xfrm>
            <a:custGeom>
              <a:avLst/>
              <a:gdLst/>
              <a:ahLst/>
              <a:cxnLst/>
              <a:rect l="l" t="t" r="r" b="b"/>
              <a:pathLst>
                <a:path w="3769" h="7480" extrusionOk="0">
                  <a:moveTo>
                    <a:pt x="0" y="1"/>
                  </a:moveTo>
                  <a:lnTo>
                    <a:pt x="0" y="59"/>
                  </a:lnTo>
                  <a:cubicBezTo>
                    <a:pt x="58" y="450"/>
                    <a:pt x="171" y="788"/>
                    <a:pt x="283" y="1183"/>
                  </a:cubicBezTo>
                  <a:cubicBezTo>
                    <a:pt x="337" y="1296"/>
                    <a:pt x="396" y="1408"/>
                    <a:pt x="396" y="1521"/>
                  </a:cubicBezTo>
                  <a:cubicBezTo>
                    <a:pt x="675" y="2362"/>
                    <a:pt x="1012" y="3149"/>
                    <a:pt x="1408" y="3936"/>
                  </a:cubicBezTo>
                  <a:cubicBezTo>
                    <a:pt x="1970" y="5060"/>
                    <a:pt x="2644" y="6072"/>
                    <a:pt x="3431" y="7029"/>
                  </a:cubicBezTo>
                  <a:cubicBezTo>
                    <a:pt x="1799" y="5006"/>
                    <a:pt x="621" y="2645"/>
                    <a:pt x="0" y="1"/>
                  </a:cubicBezTo>
                  <a:close/>
                  <a:moveTo>
                    <a:pt x="3431" y="7029"/>
                  </a:moveTo>
                  <a:cubicBezTo>
                    <a:pt x="3483" y="7106"/>
                    <a:pt x="3534" y="7171"/>
                    <a:pt x="3586" y="7235"/>
                  </a:cubicBezTo>
                  <a:lnTo>
                    <a:pt x="3586" y="7235"/>
                  </a:lnTo>
                  <a:cubicBezTo>
                    <a:pt x="3547" y="7167"/>
                    <a:pt x="3500" y="7098"/>
                    <a:pt x="3431" y="7029"/>
                  </a:cubicBezTo>
                  <a:close/>
                  <a:moveTo>
                    <a:pt x="3586" y="7235"/>
                  </a:moveTo>
                  <a:lnTo>
                    <a:pt x="3586" y="7235"/>
                  </a:lnTo>
                  <a:cubicBezTo>
                    <a:pt x="3611" y="7279"/>
                    <a:pt x="3633" y="7323"/>
                    <a:pt x="3656" y="7367"/>
                  </a:cubicBezTo>
                  <a:lnTo>
                    <a:pt x="3768" y="7479"/>
                  </a:lnTo>
                  <a:cubicBezTo>
                    <a:pt x="3708" y="7387"/>
                    <a:pt x="3647" y="7311"/>
                    <a:pt x="3586" y="7235"/>
                  </a:cubicBez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3"/>
            <p:cNvSpPr/>
            <p:nvPr/>
          </p:nvSpPr>
          <p:spPr>
            <a:xfrm>
              <a:off x="2467805" y="2747098"/>
              <a:ext cx="46817" cy="5092"/>
            </a:xfrm>
            <a:custGeom>
              <a:avLst/>
              <a:gdLst/>
              <a:ahLst/>
              <a:cxnLst/>
              <a:rect l="l" t="t" r="r" b="b"/>
              <a:pathLst>
                <a:path w="2078" h="226" extrusionOk="0">
                  <a:moveTo>
                    <a:pt x="0" y="1"/>
                  </a:moveTo>
                  <a:cubicBezTo>
                    <a:pt x="0" y="59"/>
                    <a:pt x="54" y="172"/>
                    <a:pt x="54" y="226"/>
                  </a:cubicBezTo>
                  <a:lnTo>
                    <a:pt x="2078" y="1"/>
                  </a:lnTo>
                  <a:close/>
                </a:path>
              </a:pathLst>
            </a:custGeom>
            <a:solidFill>
              <a:srgbClr val="C03A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3"/>
            <p:cNvSpPr/>
            <p:nvPr/>
          </p:nvSpPr>
          <p:spPr>
            <a:xfrm>
              <a:off x="2365186" y="2549543"/>
              <a:ext cx="442039" cy="197588"/>
            </a:xfrm>
            <a:custGeom>
              <a:avLst/>
              <a:gdLst/>
              <a:ahLst/>
              <a:cxnLst/>
              <a:rect l="l" t="t" r="r" b="b"/>
              <a:pathLst>
                <a:path w="19620" h="8770" extrusionOk="0">
                  <a:moveTo>
                    <a:pt x="0" y="1"/>
                  </a:moveTo>
                  <a:cubicBezTo>
                    <a:pt x="621" y="2645"/>
                    <a:pt x="1799" y="5006"/>
                    <a:pt x="3431" y="7029"/>
                  </a:cubicBezTo>
                  <a:cubicBezTo>
                    <a:pt x="3544" y="7196"/>
                    <a:pt x="3656" y="7308"/>
                    <a:pt x="3768" y="7479"/>
                  </a:cubicBezTo>
                  <a:cubicBezTo>
                    <a:pt x="4047" y="7870"/>
                    <a:pt x="4331" y="8320"/>
                    <a:pt x="4555" y="8770"/>
                  </a:cubicBezTo>
                  <a:lnTo>
                    <a:pt x="6633" y="8770"/>
                  </a:lnTo>
                  <a:lnTo>
                    <a:pt x="14561" y="8041"/>
                  </a:lnTo>
                  <a:lnTo>
                    <a:pt x="17484" y="6296"/>
                  </a:lnTo>
                  <a:lnTo>
                    <a:pt x="19508" y="3319"/>
                  </a:lnTo>
                  <a:lnTo>
                    <a:pt x="19620" y="563"/>
                  </a:lnTo>
                  <a:lnTo>
                    <a:pt x="188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3"/>
            <p:cNvSpPr/>
            <p:nvPr/>
          </p:nvSpPr>
          <p:spPr>
            <a:xfrm>
              <a:off x="2195475" y="2645786"/>
              <a:ext cx="181186" cy="359691"/>
            </a:xfrm>
            <a:custGeom>
              <a:avLst/>
              <a:gdLst/>
              <a:ahLst/>
              <a:cxnLst/>
              <a:rect l="l" t="t" r="r" b="b"/>
              <a:pathLst>
                <a:path w="8042" h="15965" extrusionOk="0">
                  <a:moveTo>
                    <a:pt x="3994" y="1"/>
                  </a:moveTo>
                  <a:cubicBezTo>
                    <a:pt x="3207" y="1"/>
                    <a:pt x="2474" y="226"/>
                    <a:pt x="1912" y="621"/>
                  </a:cubicBezTo>
                  <a:cubicBezTo>
                    <a:pt x="1858" y="621"/>
                    <a:pt x="1858" y="675"/>
                    <a:pt x="1858" y="675"/>
                  </a:cubicBezTo>
                  <a:cubicBezTo>
                    <a:pt x="1071" y="1125"/>
                    <a:pt x="509" y="1912"/>
                    <a:pt x="226" y="2757"/>
                  </a:cubicBezTo>
                  <a:cubicBezTo>
                    <a:pt x="172" y="2870"/>
                    <a:pt x="172" y="2924"/>
                    <a:pt x="172" y="3036"/>
                  </a:cubicBezTo>
                  <a:cubicBezTo>
                    <a:pt x="113" y="3261"/>
                    <a:pt x="59" y="3486"/>
                    <a:pt x="59" y="3769"/>
                  </a:cubicBezTo>
                  <a:cubicBezTo>
                    <a:pt x="1" y="3823"/>
                    <a:pt x="1" y="3936"/>
                    <a:pt x="1" y="3994"/>
                  </a:cubicBezTo>
                  <a:lnTo>
                    <a:pt x="1" y="4048"/>
                  </a:lnTo>
                  <a:cubicBezTo>
                    <a:pt x="1" y="4893"/>
                    <a:pt x="284" y="5680"/>
                    <a:pt x="788" y="6355"/>
                  </a:cubicBezTo>
                  <a:cubicBezTo>
                    <a:pt x="1071" y="6746"/>
                    <a:pt x="1408" y="7083"/>
                    <a:pt x="1799" y="7308"/>
                  </a:cubicBezTo>
                  <a:cubicBezTo>
                    <a:pt x="1912" y="7367"/>
                    <a:pt x="1970" y="7479"/>
                    <a:pt x="2024" y="7533"/>
                  </a:cubicBezTo>
                  <a:cubicBezTo>
                    <a:pt x="2083" y="7592"/>
                    <a:pt x="2083" y="7645"/>
                    <a:pt x="2083" y="7704"/>
                  </a:cubicBezTo>
                  <a:cubicBezTo>
                    <a:pt x="2137" y="7816"/>
                    <a:pt x="2137" y="7929"/>
                    <a:pt x="2137" y="8041"/>
                  </a:cubicBezTo>
                  <a:cubicBezTo>
                    <a:pt x="2137" y="8208"/>
                    <a:pt x="2083" y="8378"/>
                    <a:pt x="1970" y="8545"/>
                  </a:cubicBezTo>
                  <a:cubicBezTo>
                    <a:pt x="1912" y="8603"/>
                    <a:pt x="1858" y="8657"/>
                    <a:pt x="1799" y="8657"/>
                  </a:cubicBezTo>
                  <a:cubicBezTo>
                    <a:pt x="1633" y="8828"/>
                    <a:pt x="1408" y="8941"/>
                    <a:pt x="1237" y="9107"/>
                  </a:cubicBezTo>
                  <a:cubicBezTo>
                    <a:pt x="1125" y="9219"/>
                    <a:pt x="1013" y="9332"/>
                    <a:pt x="900" y="9503"/>
                  </a:cubicBezTo>
                  <a:cubicBezTo>
                    <a:pt x="675" y="9781"/>
                    <a:pt x="450" y="10119"/>
                    <a:pt x="284" y="10514"/>
                  </a:cubicBezTo>
                  <a:cubicBezTo>
                    <a:pt x="113" y="10964"/>
                    <a:pt x="1" y="11468"/>
                    <a:pt x="1" y="11976"/>
                  </a:cubicBezTo>
                  <a:cubicBezTo>
                    <a:pt x="1" y="12088"/>
                    <a:pt x="1" y="12142"/>
                    <a:pt x="59" y="12255"/>
                  </a:cubicBezTo>
                  <a:lnTo>
                    <a:pt x="59" y="12480"/>
                  </a:lnTo>
                  <a:cubicBezTo>
                    <a:pt x="59" y="12592"/>
                    <a:pt x="59" y="12651"/>
                    <a:pt x="113" y="12763"/>
                  </a:cubicBezTo>
                  <a:cubicBezTo>
                    <a:pt x="113" y="12929"/>
                    <a:pt x="172" y="13100"/>
                    <a:pt x="226" y="13267"/>
                  </a:cubicBezTo>
                  <a:cubicBezTo>
                    <a:pt x="226" y="13325"/>
                    <a:pt x="284" y="13379"/>
                    <a:pt x="284" y="13491"/>
                  </a:cubicBezTo>
                  <a:cubicBezTo>
                    <a:pt x="338" y="13604"/>
                    <a:pt x="450" y="13775"/>
                    <a:pt x="509" y="13887"/>
                  </a:cubicBezTo>
                  <a:cubicBezTo>
                    <a:pt x="563" y="14000"/>
                    <a:pt x="563" y="14054"/>
                    <a:pt x="621" y="14112"/>
                  </a:cubicBezTo>
                  <a:cubicBezTo>
                    <a:pt x="959" y="14616"/>
                    <a:pt x="1350" y="15011"/>
                    <a:pt x="1799" y="15290"/>
                  </a:cubicBezTo>
                  <a:lnTo>
                    <a:pt x="1912" y="15403"/>
                  </a:lnTo>
                  <a:cubicBezTo>
                    <a:pt x="2532" y="15798"/>
                    <a:pt x="3261" y="15965"/>
                    <a:pt x="3994" y="15965"/>
                  </a:cubicBezTo>
                  <a:lnTo>
                    <a:pt x="4498" y="15965"/>
                  </a:lnTo>
                  <a:cubicBezTo>
                    <a:pt x="5118" y="15911"/>
                    <a:pt x="5680" y="15686"/>
                    <a:pt x="6184" y="15349"/>
                  </a:cubicBezTo>
                  <a:cubicBezTo>
                    <a:pt x="6184" y="15349"/>
                    <a:pt x="6242" y="15349"/>
                    <a:pt x="6242" y="15290"/>
                  </a:cubicBezTo>
                  <a:cubicBezTo>
                    <a:pt x="6296" y="15290"/>
                    <a:pt x="6355" y="15236"/>
                    <a:pt x="6409" y="15178"/>
                  </a:cubicBezTo>
                  <a:cubicBezTo>
                    <a:pt x="6409" y="15178"/>
                    <a:pt x="6467" y="15178"/>
                    <a:pt x="6467" y="15124"/>
                  </a:cubicBezTo>
                  <a:cubicBezTo>
                    <a:pt x="6521" y="15124"/>
                    <a:pt x="6580" y="15065"/>
                    <a:pt x="6634" y="15011"/>
                  </a:cubicBezTo>
                  <a:lnTo>
                    <a:pt x="6805" y="14840"/>
                  </a:lnTo>
                  <a:lnTo>
                    <a:pt x="6971" y="14674"/>
                  </a:lnTo>
                  <a:lnTo>
                    <a:pt x="7142" y="14503"/>
                  </a:lnTo>
                  <a:cubicBezTo>
                    <a:pt x="7142" y="14449"/>
                    <a:pt x="7196" y="14391"/>
                    <a:pt x="7254" y="14337"/>
                  </a:cubicBezTo>
                  <a:cubicBezTo>
                    <a:pt x="7421" y="14112"/>
                    <a:pt x="7533" y="13941"/>
                    <a:pt x="7645" y="13716"/>
                  </a:cubicBezTo>
                  <a:lnTo>
                    <a:pt x="7645" y="13662"/>
                  </a:lnTo>
                  <a:cubicBezTo>
                    <a:pt x="7645" y="13604"/>
                    <a:pt x="7704" y="13550"/>
                    <a:pt x="7704" y="13491"/>
                  </a:cubicBezTo>
                  <a:cubicBezTo>
                    <a:pt x="7816" y="13267"/>
                    <a:pt x="7870" y="13042"/>
                    <a:pt x="7929" y="12817"/>
                  </a:cubicBezTo>
                  <a:lnTo>
                    <a:pt x="7929" y="12704"/>
                  </a:lnTo>
                  <a:cubicBezTo>
                    <a:pt x="7929" y="12651"/>
                    <a:pt x="7983" y="12592"/>
                    <a:pt x="7983" y="12480"/>
                  </a:cubicBezTo>
                  <a:lnTo>
                    <a:pt x="7983" y="12255"/>
                  </a:lnTo>
                  <a:cubicBezTo>
                    <a:pt x="8041" y="11976"/>
                    <a:pt x="7983" y="11693"/>
                    <a:pt x="7983" y="11468"/>
                  </a:cubicBezTo>
                  <a:cubicBezTo>
                    <a:pt x="7929" y="11243"/>
                    <a:pt x="7870" y="11018"/>
                    <a:pt x="7816" y="10852"/>
                  </a:cubicBezTo>
                  <a:cubicBezTo>
                    <a:pt x="7816" y="10739"/>
                    <a:pt x="7758" y="10627"/>
                    <a:pt x="7704" y="10514"/>
                  </a:cubicBezTo>
                  <a:cubicBezTo>
                    <a:pt x="7591" y="10119"/>
                    <a:pt x="7367" y="9781"/>
                    <a:pt x="7142" y="9503"/>
                  </a:cubicBezTo>
                  <a:lnTo>
                    <a:pt x="7083" y="9503"/>
                  </a:lnTo>
                  <a:cubicBezTo>
                    <a:pt x="7029" y="9332"/>
                    <a:pt x="6917" y="9219"/>
                    <a:pt x="6805" y="9107"/>
                  </a:cubicBezTo>
                  <a:cubicBezTo>
                    <a:pt x="6634" y="8941"/>
                    <a:pt x="6409" y="8828"/>
                    <a:pt x="6242" y="8657"/>
                  </a:cubicBezTo>
                  <a:cubicBezTo>
                    <a:pt x="6184" y="8657"/>
                    <a:pt x="6130" y="8603"/>
                    <a:pt x="6072" y="8545"/>
                  </a:cubicBezTo>
                  <a:cubicBezTo>
                    <a:pt x="6018" y="8491"/>
                    <a:pt x="5959" y="8378"/>
                    <a:pt x="5905" y="8320"/>
                  </a:cubicBezTo>
                  <a:cubicBezTo>
                    <a:pt x="5905" y="8208"/>
                    <a:pt x="5847" y="8095"/>
                    <a:pt x="5847" y="7983"/>
                  </a:cubicBezTo>
                  <a:cubicBezTo>
                    <a:pt x="5847" y="7816"/>
                    <a:pt x="5905" y="7704"/>
                    <a:pt x="6018" y="7533"/>
                  </a:cubicBezTo>
                  <a:lnTo>
                    <a:pt x="6072" y="7479"/>
                  </a:lnTo>
                  <a:cubicBezTo>
                    <a:pt x="6072" y="7421"/>
                    <a:pt x="6130" y="7421"/>
                    <a:pt x="6130" y="7421"/>
                  </a:cubicBezTo>
                  <a:cubicBezTo>
                    <a:pt x="6184" y="7367"/>
                    <a:pt x="6184" y="7367"/>
                    <a:pt x="6242" y="7367"/>
                  </a:cubicBezTo>
                  <a:lnTo>
                    <a:pt x="6580" y="7029"/>
                  </a:lnTo>
                  <a:lnTo>
                    <a:pt x="6634" y="7029"/>
                  </a:lnTo>
                  <a:cubicBezTo>
                    <a:pt x="6917" y="6805"/>
                    <a:pt x="7196" y="6467"/>
                    <a:pt x="7367" y="6130"/>
                  </a:cubicBezTo>
                  <a:lnTo>
                    <a:pt x="7421" y="6130"/>
                  </a:lnTo>
                  <a:cubicBezTo>
                    <a:pt x="7533" y="5959"/>
                    <a:pt x="7645" y="5734"/>
                    <a:pt x="7704" y="5509"/>
                  </a:cubicBezTo>
                  <a:cubicBezTo>
                    <a:pt x="7758" y="5397"/>
                    <a:pt x="7816" y="5285"/>
                    <a:pt x="7816" y="5231"/>
                  </a:cubicBezTo>
                  <a:lnTo>
                    <a:pt x="7983" y="4556"/>
                  </a:lnTo>
                  <a:lnTo>
                    <a:pt x="7983" y="4048"/>
                  </a:lnTo>
                  <a:lnTo>
                    <a:pt x="7983" y="3769"/>
                  </a:lnTo>
                  <a:lnTo>
                    <a:pt x="7983" y="3544"/>
                  </a:lnTo>
                  <a:lnTo>
                    <a:pt x="7983" y="3486"/>
                  </a:lnTo>
                  <a:cubicBezTo>
                    <a:pt x="7983" y="3486"/>
                    <a:pt x="7983" y="3432"/>
                    <a:pt x="7929" y="3373"/>
                  </a:cubicBezTo>
                  <a:lnTo>
                    <a:pt x="7929" y="3319"/>
                  </a:lnTo>
                  <a:lnTo>
                    <a:pt x="7929" y="3207"/>
                  </a:lnTo>
                  <a:cubicBezTo>
                    <a:pt x="7929" y="3149"/>
                    <a:pt x="7870" y="3095"/>
                    <a:pt x="7870" y="3036"/>
                  </a:cubicBezTo>
                  <a:cubicBezTo>
                    <a:pt x="7870" y="2924"/>
                    <a:pt x="7816" y="2870"/>
                    <a:pt x="7816" y="2757"/>
                  </a:cubicBezTo>
                  <a:cubicBezTo>
                    <a:pt x="7816" y="2699"/>
                    <a:pt x="7758" y="2645"/>
                    <a:pt x="7758" y="2645"/>
                  </a:cubicBezTo>
                  <a:cubicBezTo>
                    <a:pt x="7758" y="2586"/>
                    <a:pt x="7704" y="2533"/>
                    <a:pt x="7704" y="2533"/>
                  </a:cubicBezTo>
                  <a:cubicBezTo>
                    <a:pt x="7704" y="2474"/>
                    <a:pt x="7645" y="2420"/>
                    <a:pt x="7645" y="2362"/>
                  </a:cubicBezTo>
                  <a:cubicBezTo>
                    <a:pt x="7645" y="2308"/>
                    <a:pt x="7645" y="2308"/>
                    <a:pt x="7591" y="2308"/>
                  </a:cubicBezTo>
                  <a:cubicBezTo>
                    <a:pt x="7591" y="2195"/>
                    <a:pt x="7533" y="2137"/>
                    <a:pt x="7533" y="2083"/>
                  </a:cubicBezTo>
                  <a:cubicBezTo>
                    <a:pt x="7421" y="1970"/>
                    <a:pt x="7367" y="1800"/>
                    <a:pt x="7254" y="1687"/>
                  </a:cubicBezTo>
                  <a:cubicBezTo>
                    <a:pt x="6971" y="1296"/>
                    <a:pt x="6634" y="959"/>
                    <a:pt x="6242" y="734"/>
                  </a:cubicBezTo>
                  <a:lnTo>
                    <a:pt x="6242" y="675"/>
                  </a:lnTo>
                  <a:lnTo>
                    <a:pt x="6184" y="675"/>
                  </a:lnTo>
                  <a:cubicBezTo>
                    <a:pt x="5680" y="338"/>
                    <a:pt x="5118" y="113"/>
                    <a:pt x="4498" y="59"/>
                  </a:cubicBezTo>
                  <a:cubicBezTo>
                    <a:pt x="4331" y="59"/>
                    <a:pt x="4160" y="1"/>
                    <a:pt x="3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3"/>
            <p:cNvSpPr/>
            <p:nvPr/>
          </p:nvSpPr>
          <p:spPr>
            <a:xfrm>
              <a:off x="3035129" y="2169639"/>
              <a:ext cx="181074" cy="1313364"/>
            </a:xfrm>
            <a:custGeom>
              <a:avLst/>
              <a:gdLst/>
              <a:ahLst/>
              <a:cxnLst/>
              <a:rect l="l" t="t" r="r" b="b"/>
              <a:pathLst>
                <a:path w="8037" h="58294" extrusionOk="0">
                  <a:moveTo>
                    <a:pt x="1" y="0"/>
                  </a:moveTo>
                  <a:lnTo>
                    <a:pt x="1" y="58293"/>
                  </a:lnTo>
                  <a:cubicBezTo>
                    <a:pt x="1350" y="56998"/>
                    <a:pt x="2474" y="55483"/>
                    <a:pt x="3374" y="53851"/>
                  </a:cubicBezTo>
                  <a:cubicBezTo>
                    <a:pt x="4273" y="52052"/>
                    <a:pt x="4947" y="50087"/>
                    <a:pt x="5226" y="48005"/>
                  </a:cubicBezTo>
                  <a:cubicBezTo>
                    <a:pt x="5397" y="47443"/>
                    <a:pt x="5564" y="46880"/>
                    <a:pt x="5676" y="46318"/>
                  </a:cubicBezTo>
                  <a:cubicBezTo>
                    <a:pt x="5959" y="45253"/>
                    <a:pt x="6238" y="44241"/>
                    <a:pt x="6463" y="43170"/>
                  </a:cubicBezTo>
                  <a:cubicBezTo>
                    <a:pt x="7475" y="38224"/>
                    <a:pt x="8037" y="33111"/>
                    <a:pt x="8037" y="27994"/>
                  </a:cubicBezTo>
                  <a:cubicBezTo>
                    <a:pt x="8037" y="25520"/>
                    <a:pt x="7924" y="23047"/>
                    <a:pt x="7646" y="20574"/>
                  </a:cubicBezTo>
                  <a:cubicBezTo>
                    <a:pt x="7196" y="16810"/>
                    <a:pt x="6575" y="12929"/>
                    <a:pt x="5339" y="9278"/>
                  </a:cubicBezTo>
                  <a:cubicBezTo>
                    <a:pt x="5172" y="8715"/>
                    <a:pt x="5001" y="8153"/>
                    <a:pt x="4777" y="7645"/>
                  </a:cubicBezTo>
                  <a:cubicBezTo>
                    <a:pt x="4439" y="6692"/>
                    <a:pt x="4048" y="5792"/>
                    <a:pt x="3598" y="4893"/>
                  </a:cubicBezTo>
                  <a:cubicBezTo>
                    <a:pt x="2699" y="3094"/>
                    <a:pt x="1462" y="1408"/>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3"/>
            <p:cNvSpPr/>
            <p:nvPr/>
          </p:nvSpPr>
          <p:spPr>
            <a:xfrm>
              <a:off x="2613416" y="1468127"/>
              <a:ext cx="269707" cy="269729"/>
            </a:xfrm>
            <a:custGeom>
              <a:avLst/>
              <a:gdLst/>
              <a:ahLst/>
              <a:cxnLst/>
              <a:rect l="l" t="t" r="r" b="b"/>
              <a:pathLst>
                <a:path w="11971" h="11972" extrusionOk="0">
                  <a:moveTo>
                    <a:pt x="5001" y="0"/>
                  </a:moveTo>
                  <a:lnTo>
                    <a:pt x="5001" y="5001"/>
                  </a:lnTo>
                  <a:lnTo>
                    <a:pt x="0" y="5001"/>
                  </a:lnTo>
                  <a:lnTo>
                    <a:pt x="0" y="6971"/>
                  </a:lnTo>
                  <a:lnTo>
                    <a:pt x="5001" y="6971"/>
                  </a:lnTo>
                  <a:lnTo>
                    <a:pt x="5001" y="11971"/>
                  </a:lnTo>
                  <a:lnTo>
                    <a:pt x="6970" y="11971"/>
                  </a:lnTo>
                  <a:lnTo>
                    <a:pt x="6970" y="6971"/>
                  </a:lnTo>
                  <a:lnTo>
                    <a:pt x="11971" y="6971"/>
                  </a:lnTo>
                  <a:lnTo>
                    <a:pt x="11971" y="5001"/>
                  </a:lnTo>
                  <a:lnTo>
                    <a:pt x="6970" y="5001"/>
                  </a:lnTo>
                  <a:lnTo>
                    <a:pt x="69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3"/>
            <p:cNvSpPr/>
            <p:nvPr/>
          </p:nvSpPr>
          <p:spPr>
            <a:xfrm>
              <a:off x="1194425" y="3553376"/>
              <a:ext cx="143066" cy="143178"/>
            </a:xfrm>
            <a:custGeom>
              <a:avLst/>
              <a:gdLst/>
              <a:ahLst/>
              <a:cxnLst/>
              <a:rect l="l" t="t" r="r" b="b"/>
              <a:pathLst>
                <a:path w="6350" h="6355" extrusionOk="0">
                  <a:moveTo>
                    <a:pt x="3202" y="1"/>
                  </a:moveTo>
                  <a:cubicBezTo>
                    <a:pt x="1462" y="1"/>
                    <a:pt x="0" y="1408"/>
                    <a:pt x="0" y="3207"/>
                  </a:cubicBezTo>
                  <a:cubicBezTo>
                    <a:pt x="0" y="4947"/>
                    <a:pt x="1462" y="6355"/>
                    <a:pt x="3202" y="6355"/>
                  </a:cubicBezTo>
                  <a:cubicBezTo>
                    <a:pt x="4947" y="6355"/>
                    <a:pt x="6350" y="4947"/>
                    <a:pt x="6350" y="3207"/>
                  </a:cubicBezTo>
                  <a:cubicBezTo>
                    <a:pt x="6350" y="1408"/>
                    <a:pt x="4947" y="1"/>
                    <a:pt x="32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3"/>
            <p:cNvSpPr/>
            <p:nvPr/>
          </p:nvSpPr>
          <p:spPr>
            <a:xfrm>
              <a:off x="701272" y="1651753"/>
              <a:ext cx="143065" cy="143065"/>
            </a:xfrm>
            <a:custGeom>
              <a:avLst/>
              <a:gdLst/>
              <a:ahLst/>
              <a:cxnLst/>
              <a:rect l="l" t="t" r="r" b="b"/>
              <a:pathLst>
                <a:path w="6350" h="6350" extrusionOk="0">
                  <a:moveTo>
                    <a:pt x="3202" y="0"/>
                  </a:moveTo>
                  <a:cubicBezTo>
                    <a:pt x="1462" y="0"/>
                    <a:pt x="0" y="1403"/>
                    <a:pt x="0" y="3202"/>
                  </a:cubicBezTo>
                  <a:cubicBezTo>
                    <a:pt x="0" y="4947"/>
                    <a:pt x="1462" y="6350"/>
                    <a:pt x="3202" y="6350"/>
                  </a:cubicBezTo>
                  <a:cubicBezTo>
                    <a:pt x="4947" y="6350"/>
                    <a:pt x="6350" y="4947"/>
                    <a:pt x="6350" y="3202"/>
                  </a:cubicBezTo>
                  <a:cubicBezTo>
                    <a:pt x="6350" y="1403"/>
                    <a:pt x="4947" y="0"/>
                    <a:pt x="32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3"/>
            <p:cNvSpPr/>
            <p:nvPr/>
          </p:nvSpPr>
          <p:spPr>
            <a:xfrm>
              <a:off x="3299766" y="3555096"/>
              <a:ext cx="143178" cy="143065"/>
            </a:xfrm>
            <a:custGeom>
              <a:avLst/>
              <a:gdLst/>
              <a:ahLst/>
              <a:cxnLst/>
              <a:rect l="l" t="t" r="r" b="b"/>
              <a:pathLst>
                <a:path w="6355" h="6350" extrusionOk="0">
                  <a:moveTo>
                    <a:pt x="3207" y="0"/>
                  </a:moveTo>
                  <a:cubicBezTo>
                    <a:pt x="1462" y="0"/>
                    <a:pt x="1" y="1403"/>
                    <a:pt x="1" y="3202"/>
                  </a:cubicBezTo>
                  <a:cubicBezTo>
                    <a:pt x="1" y="4947"/>
                    <a:pt x="1462" y="6350"/>
                    <a:pt x="3207" y="6350"/>
                  </a:cubicBezTo>
                  <a:cubicBezTo>
                    <a:pt x="4947" y="6350"/>
                    <a:pt x="6355" y="4947"/>
                    <a:pt x="6355" y="3202"/>
                  </a:cubicBezTo>
                  <a:cubicBezTo>
                    <a:pt x="6355" y="1403"/>
                    <a:pt x="4947" y="0"/>
                    <a:pt x="32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3"/>
            <p:cNvSpPr/>
            <p:nvPr/>
          </p:nvSpPr>
          <p:spPr>
            <a:xfrm>
              <a:off x="1324212" y="2249482"/>
              <a:ext cx="369830" cy="222912"/>
            </a:xfrm>
            <a:custGeom>
              <a:avLst/>
              <a:gdLst/>
              <a:ahLst/>
              <a:cxnLst/>
              <a:rect l="l" t="t" r="r" b="b"/>
              <a:pathLst>
                <a:path w="16415" h="9894" extrusionOk="0">
                  <a:moveTo>
                    <a:pt x="958" y="0"/>
                  </a:moveTo>
                  <a:lnTo>
                    <a:pt x="958" y="0"/>
                  </a:lnTo>
                  <a:cubicBezTo>
                    <a:pt x="1" y="2361"/>
                    <a:pt x="509" y="5059"/>
                    <a:pt x="2361" y="6912"/>
                  </a:cubicBezTo>
                  <a:cubicBezTo>
                    <a:pt x="4219" y="8823"/>
                    <a:pt x="6746" y="9893"/>
                    <a:pt x="9390" y="9893"/>
                  </a:cubicBezTo>
                  <a:lnTo>
                    <a:pt x="16414" y="9893"/>
                  </a:lnTo>
                  <a:lnTo>
                    <a:pt x="16414" y="8657"/>
                  </a:lnTo>
                  <a:lnTo>
                    <a:pt x="9390" y="8657"/>
                  </a:lnTo>
                  <a:cubicBezTo>
                    <a:pt x="7083" y="8657"/>
                    <a:pt x="4835" y="7699"/>
                    <a:pt x="3207" y="6071"/>
                  </a:cubicBezTo>
                  <a:cubicBezTo>
                    <a:pt x="1745" y="4551"/>
                    <a:pt x="1296" y="2361"/>
                    <a:pt x="2083" y="450"/>
                  </a:cubicBezTo>
                  <a:lnTo>
                    <a:pt x="95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3"/>
            <p:cNvSpPr/>
            <p:nvPr/>
          </p:nvSpPr>
          <p:spPr>
            <a:xfrm>
              <a:off x="1324212" y="2601517"/>
              <a:ext cx="369830" cy="222912"/>
            </a:xfrm>
            <a:custGeom>
              <a:avLst/>
              <a:gdLst/>
              <a:ahLst/>
              <a:cxnLst/>
              <a:rect l="l" t="t" r="r" b="b"/>
              <a:pathLst>
                <a:path w="16415" h="9894" extrusionOk="0">
                  <a:moveTo>
                    <a:pt x="9390" y="1"/>
                  </a:moveTo>
                  <a:cubicBezTo>
                    <a:pt x="6746" y="1"/>
                    <a:pt x="4219" y="1066"/>
                    <a:pt x="2361" y="2924"/>
                  </a:cubicBezTo>
                  <a:cubicBezTo>
                    <a:pt x="509" y="4776"/>
                    <a:pt x="1" y="7533"/>
                    <a:pt x="958" y="9894"/>
                  </a:cubicBezTo>
                  <a:lnTo>
                    <a:pt x="2083" y="9386"/>
                  </a:lnTo>
                  <a:cubicBezTo>
                    <a:pt x="1296" y="7474"/>
                    <a:pt x="1745" y="5284"/>
                    <a:pt x="3207" y="3765"/>
                  </a:cubicBezTo>
                  <a:cubicBezTo>
                    <a:pt x="4835" y="2137"/>
                    <a:pt x="7083" y="1179"/>
                    <a:pt x="9390" y="1179"/>
                  </a:cubicBezTo>
                  <a:lnTo>
                    <a:pt x="16414" y="1179"/>
                  </a:lnTo>
                  <a:lnTo>
                    <a:pt x="164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3"/>
            <p:cNvSpPr/>
            <p:nvPr/>
          </p:nvSpPr>
          <p:spPr>
            <a:xfrm>
              <a:off x="2466476" y="2538211"/>
              <a:ext cx="371137" cy="222912"/>
            </a:xfrm>
            <a:custGeom>
              <a:avLst/>
              <a:gdLst/>
              <a:ahLst/>
              <a:cxnLst/>
              <a:rect l="l" t="t" r="r" b="b"/>
              <a:pathLst>
                <a:path w="16473" h="9894" extrusionOk="0">
                  <a:moveTo>
                    <a:pt x="15461" y="0"/>
                  </a:moveTo>
                  <a:lnTo>
                    <a:pt x="14391" y="450"/>
                  </a:lnTo>
                  <a:cubicBezTo>
                    <a:pt x="15178" y="2361"/>
                    <a:pt x="14728" y="4609"/>
                    <a:pt x="13267" y="6125"/>
                  </a:cubicBezTo>
                  <a:cubicBezTo>
                    <a:pt x="11639" y="7757"/>
                    <a:pt x="9390" y="8711"/>
                    <a:pt x="7083" y="8711"/>
                  </a:cubicBezTo>
                  <a:lnTo>
                    <a:pt x="1" y="8711"/>
                  </a:lnTo>
                  <a:lnTo>
                    <a:pt x="1" y="9893"/>
                  </a:lnTo>
                  <a:lnTo>
                    <a:pt x="7083" y="9893"/>
                  </a:lnTo>
                  <a:cubicBezTo>
                    <a:pt x="9669" y="9893"/>
                    <a:pt x="12255" y="8823"/>
                    <a:pt x="14112" y="6970"/>
                  </a:cubicBezTo>
                  <a:cubicBezTo>
                    <a:pt x="15911" y="5113"/>
                    <a:pt x="16473" y="2361"/>
                    <a:pt x="15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3"/>
            <p:cNvSpPr/>
            <p:nvPr/>
          </p:nvSpPr>
          <p:spPr>
            <a:xfrm>
              <a:off x="2467805" y="2890246"/>
              <a:ext cx="369807" cy="222912"/>
            </a:xfrm>
            <a:custGeom>
              <a:avLst/>
              <a:gdLst/>
              <a:ahLst/>
              <a:cxnLst/>
              <a:rect l="l" t="t" r="r" b="b"/>
              <a:pathLst>
                <a:path w="16414" h="9894" extrusionOk="0">
                  <a:moveTo>
                    <a:pt x="0" y="1"/>
                  </a:moveTo>
                  <a:lnTo>
                    <a:pt x="0" y="1237"/>
                  </a:lnTo>
                  <a:lnTo>
                    <a:pt x="7024" y="1237"/>
                  </a:lnTo>
                  <a:cubicBezTo>
                    <a:pt x="9331" y="1237"/>
                    <a:pt x="11580" y="2137"/>
                    <a:pt x="13208" y="3823"/>
                  </a:cubicBezTo>
                  <a:cubicBezTo>
                    <a:pt x="14669" y="5285"/>
                    <a:pt x="15119" y="7533"/>
                    <a:pt x="14332" y="9444"/>
                  </a:cubicBezTo>
                  <a:lnTo>
                    <a:pt x="15402" y="9894"/>
                  </a:lnTo>
                  <a:cubicBezTo>
                    <a:pt x="16414" y="7533"/>
                    <a:pt x="15852" y="4835"/>
                    <a:pt x="14053" y="2924"/>
                  </a:cubicBezTo>
                  <a:cubicBezTo>
                    <a:pt x="12196" y="1067"/>
                    <a:pt x="9610" y="1"/>
                    <a:pt x="7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3"/>
            <p:cNvSpPr/>
            <p:nvPr/>
          </p:nvSpPr>
          <p:spPr>
            <a:xfrm>
              <a:off x="2148000" y="0"/>
              <a:ext cx="84900" cy="1698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3"/>
            <p:cNvSpPr/>
            <p:nvPr/>
          </p:nvSpPr>
          <p:spPr>
            <a:xfrm>
              <a:off x="2091639" y="1563096"/>
              <a:ext cx="193826" cy="320377"/>
            </a:xfrm>
            <a:custGeom>
              <a:avLst/>
              <a:gdLst/>
              <a:ahLst/>
              <a:cxnLst/>
              <a:rect l="l" t="t" r="r" b="b"/>
              <a:pathLst>
                <a:path w="8603" h="14220" extrusionOk="0">
                  <a:moveTo>
                    <a:pt x="0" y="1"/>
                  </a:moveTo>
                  <a:lnTo>
                    <a:pt x="0" y="11747"/>
                  </a:lnTo>
                  <a:cubicBezTo>
                    <a:pt x="0" y="13096"/>
                    <a:pt x="1125" y="14220"/>
                    <a:pt x="2474" y="14220"/>
                  </a:cubicBezTo>
                  <a:lnTo>
                    <a:pt x="6130" y="14220"/>
                  </a:lnTo>
                  <a:cubicBezTo>
                    <a:pt x="7479" y="14220"/>
                    <a:pt x="8603" y="13096"/>
                    <a:pt x="8603" y="11747"/>
                  </a:cubicBezTo>
                  <a:lnTo>
                    <a:pt x="86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3"/>
            <p:cNvSpPr/>
            <p:nvPr/>
          </p:nvSpPr>
          <p:spPr>
            <a:xfrm>
              <a:off x="1933963" y="3555100"/>
              <a:ext cx="84900" cy="1588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3"/>
            <p:cNvSpPr/>
            <p:nvPr/>
          </p:nvSpPr>
          <p:spPr>
            <a:xfrm>
              <a:off x="1878875" y="3318294"/>
              <a:ext cx="195065" cy="378617"/>
            </a:xfrm>
            <a:custGeom>
              <a:avLst/>
              <a:gdLst/>
              <a:ahLst/>
              <a:cxnLst/>
              <a:rect l="l" t="t" r="r" b="b"/>
              <a:pathLst>
                <a:path w="8658" h="16805" extrusionOk="0">
                  <a:moveTo>
                    <a:pt x="2474" y="0"/>
                  </a:moveTo>
                  <a:cubicBezTo>
                    <a:pt x="1125" y="0"/>
                    <a:pt x="1" y="1066"/>
                    <a:pt x="1" y="2473"/>
                  </a:cubicBezTo>
                  <a:lnTo>
                    <a:pt x="1" y="16805"/>
                  </a:lnTo>
                  <a:lnTo>
                    <a:pt x="8657" y="16805"/>
                  </a:lnTo>
                  <a:lnTo>
                    <a:pt x="8657" y="2473"/>
                  </a:lnTo>
                  <a:cubicBezTo>
                    <a:pt x="8657" y="1066"/>
                    <a:pt x="7533" y="0"/>
                    <a:pt x="61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4CE529BC-D728-CCEA-D9DC-83C16152BDC8}"/>
              </a:ext>
            </a:extLst>
          </p:cNvPr>
          <p:cNvSpPr txBox="1"/>
          <p:nvPr/>
        </p:nvSpPr>
        <p:spPr>
          <a:xfrm>
            <a:off x="4036741" y="2169639"/>
            <a:ext cx="4891669" cy="1328569"/>
          </a:xfrm>
          <a:prstGeom prst="rect">
            <a:avLst/>
          </a:prstGeom>
          <a:noFill/>
        </p:spPr>
        <p:txBody>
          <a:bodyPr wrap="square" rtlCol="0">
            <a:spAutoFit/>
          </a:bodyPr>
          <a:lstStyle/>
          <a:p>
            <a:pPr marL="171450" indent="-171450">
              <a:spcBef>
                <a:spcPts val="1000"/>
              </a:spcBef>
              <a:buSzPts val="1200"/>
              <a:buFont typeface="Arial" panose="020B0604020202020204" pitchFamily="34" charset="0"/>
              <a:buChar char="•"/>
            </a:pPr>
            <a:r>
              <a:rPr lang="en-US" sz="1200" dirty="0">
                <a:solidFill>
                  <a:schemeClr val="tx1"/>
                </a:solidFill>
                <a:latin typeface="Lexend" panose="020B0604020202020204" charset="0"/>
              </a:rPr>
              <a:t>This project demonstrates our Health-AI Predictive Analytics Engine.</a:t>
            </a:r>
          </a:p>
          <a:p>
            <a:pPr marL="171450" indent="-171450">
              <a:spcBef>
                <a:spcPts val="1000"/>
              </a:spcBef>
              <a:buSzPts val="1200"/>
              <a:buFont typeface="Arial" panose="020B0604020202020204" pitchFamily="34" charset="0"/>
              <a:buChar char="•"/>
            </a:pPr>
            <a:r>
              <a:rPr lang="en-US" sz="1200" dirty="0">
                <a:solidFill>
                  <a:schemeClr val="tx1"/>
                </a:solidFill>
                <a:latin typeface="Lexend" panose="020B0604020202020204" charset="0"/>
              </a:rPr>
              <a:t>Our goal was to build a fully integrated pipeline, from an MS SQL database to a Python machine learning engine, capable of processing patient data and predicting risks across 15 distinct clinical use cases.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34"/>
          <p:cNvSpPr txBox="1">
            <a:spLocks noGrp="1"/>
          </p:cNvSpPr>
          <p:nvPr>
            <p:ph type="title"/>
          </p:nvPr>
        </p:nvSpPr>
        <p:spPr>
          <a:xfrm>
            <a:off x="3791415" y="103150"/>
            <a:ext cx="5107257" cy="1438883"/>
          </a:xfrm>
          <a:prstGeom prst="rect">
            <a:avLst/>
          </a:prstGeom>
        </p:spPr>
        <p:txBody>
          <a:bodyPr spcFirstLastPara="1" wrap="square" lIns="91425" tIns="91425" rIns="91425" bIns="91425" anchor="b" anchorCtr="0">
            <a:noAutofit/>
          </a:bodyPr>
          <a:lstStyle/>
          <a:p>
            <a:pPr lvl="0"/>
            <a:r>
              <a:rPr lang="en-CA" dirty="0"/>
              <a:t>DATABASE FOUNDATION - </a:t>
            </a:r>
            <a:br>
              <a:rPr lang="en-CA" dirty="0"/>
            </a:br>
            <a:r>
              <a:rPr lang="en-CA" sz="2000" dirty="0"/>
              <a:t>MS SQL Architecture &amp; Data Integrity</a:t>
            </a:r>
            <a:endParaRPr sz="2000" dirty="0"/>
          </a:p>
        </p:txBody>
      </p:sp>
      <p:sp>
        <p:nvSpPr>
          <p:cNvPr id="617" name="Google Shape;617;p34"/>
          <p:cNvSpPr txBox="1">
            <a:spLocks noGrp="1"/>
          </p:cNvSpPr>
          <p:nvPr>
            <p:ph type="body" idx="1"/>
          </p:nvPr>
        </p:nvSpPr>
        <p:spPr>
          <a:xfrm>
            <a:off x="3687337" y="1542033"/>
            <a:ext cx="5211335" cy="3229263"/>
          </a:xfrm>
          <a:prstGeom prst="rect">
            <a:avLst/>
          </a:prstGeom>
        </p:spPr>
        <p:txBody>
          <a:bodyPr spcFirstLastPara="1" wrap="square" lIns="91425" tIns="91425" rIns="91425" bIns="91425" anchor="t" anchorCtr="0">
            <a:noAutofit/>
          </a:bodyPr>
          <a:lstStyle/>
          <a:p>
            <a:pPr lvl="0" indent="-304800">
              <a:spcBef>
                <a:spcPts val="1000"/>
              </a:spcBef>
              <a:buSzPts val="1200"/>
            </a:pPr>
            <a:r>
              <a:rPr lang="en-US" dirty="0"/>
              <a:t>10-table relational schema handling demographic, clinical, and environmental data.</a:t>
            </a:r>
          </a:p>
          <a:p>
            <a:pPr lvl="0" indent="-304800">
              <a:spcBef>
                <a:spcPts val="1000"/>
              </a:spcBef>
              <a:buSzPts val="1200"/>
            </a:pPr>
            <a:r>
              <a:rPr lang="en-US" dirty="0"/>
              <a:t>1,000+ synthetic patient records generated.</a:t>
            </a:r>
          </a:p>
          <a:p>
            <a:pPr lvl="0" indent="-304800">
              <a:spcBef>
                <a:spcPts val="1000"/>
              </a:spcBef>
              <a:buSzPts val="1200"/>
            </a:pPr>
            <a:r>
              <a:rPr lang="en-CA" dirty="0"/>
              <a:t>Strict constraints ensure medical dataset reliability.</a:t>
            </a:r>
          </a:p>
          <a:p>
            <a:pPr lvl="0" indent="-304800">
              <a:spcBef>
                <a:spcPts val="1000"/>
              </a:spcBef>
              <a:buSzPts val="1200"/>
            </a:pPr>
            <a:r>
              <a:rPr lang="en-US" dirty="0"/>
              <a:t>By building a robust foundation in MS SQL Server, we designed a 10-table relational schema to separate raw logs, like daily blood pressure readings, from pre-computed aggregated stats. To prove the logic, we generated over 1,000 synthetic patient records. We strictly enforced biological constraints in the database, meaning the AI cannot be trained on impossible metrics, ensuring our baseline data is highly reliable.</a:t>
            </a:r>
            <a:endParaRPr lang="en-CA" dirty="0"/>
          </a:p>
          <a:p>
            <a:pPr lvl="0" indent="-304800">
              <a:spcBef>
                <a:spcPts val="1000"/>
              </a:spcBef>
              <a:buSzPts val="1200"/>
            </a:pPr>
            <a:r>
              <a:rPr lang="en-CA" dirty="0"/>
              <a:t>Live Query</a:t>
            </a:r>
          </a:p>
          <a:p>
            <a:pPr marL="0" lvl="0" indent="0" algn="l" rtl="0">
              <a:spcBef>
                <a:spcPts val="1000"/>
              </a:spcBef>
              <a:spcAft>
                <a:spcPts val="1000"/>
              </a:spcAft>
              <a:buNone/>
            </a:pPr>
            <a:endParaRPr dirty="0">
              <a:solidFill>
                <a:schemeClr val="dk1"/>
              </a:solidFill>
            </a:endParaRPr>
          </a:p>
        </p:txBody>
      </p:sp>
      <p:pic>
        <p:nvPicPr>
          <p:cNvPr id="7" name="Picture Placeholder 6">
            <a:extLst>
              <a:ext uri="{FF2B5EF4-FFF2-40B4-BE49-F238E27FC236}">
                <a16:creationId xmlns:a16="http://schemas.microsoft.com/office/drawing/2014/main" id="{85C3EBC4-FDD3-327C-CA41-71969245FE06}"/>
              </a:ext>
            </a:extLst>
          </p:cNvPr>
          <p:cNvPicPr>
            <a:picLocks noGrp="1" noChangeAspect="1"/>
          </p:cNvPicPr>
          <p:nvPr>
            <p:ph type="pic" idx="2"/>
          </p:nvPr>
        </p:nvPicPr>
        <p:blipFill>
          <a:blip r:embed="rId3"/>
          <a:srcRect l="15801" r="15801"/>
          <a:stretch/>
        </p:blipFill>
        <p:spPr>
          <a:xfrm>
            <a:off x="723516" y="597291"/>
            <a:ext cx="2749163" cy="3948918"/>
          </a:xfrm>
          <a:prstGeom prst="roundRect">
            <a:avLst>
              <a:gd name="adj" fmla="val 16667"/>
            </a:avLst>
          </a:prstGeom>
          <a:noFill/>
          <a:ln w="19050" cap="flat" cmpd="sng">
            <a:solidFill>
              <a:srgbClr val="6295DA"/>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35"/>
          <p:cNvSpPr txBox="1">
            <a:spLocks noGrp="1"/>
          </p:cNvSpPr>
          <p:nvPr>
            <p:ph type="subTitle" idx="4"/>
          </p:nvPr>
        </p:nvSpPr>
        <p:spPr>
          <a:xfrm>
            <a:off x="3685283" y="2158655"/>
            <a:ext cx="4923459" cy="489600"/>
          </a:xfrm>
          <a:prstGeom prst="rect">
            <a:avLst/>
          </a:prstGeom>
        </p:spPr>
        <p:txBody>
          <a:bodyPr spcFirstLastPara="1" wrap="square" lIns="91425" tIns="91425" rIns="91425" bIns="91425" anchor="b" anchorCtr="0">
            <a:noAutofit/>
          </a:bodyPr>
          <a:lstStyle/>
          <a:p>
            <a:pPr marL="0" lvl="0" indent="0"/>
            <a:r>
              <a:rPr lang="en-CA" dirty="0"/>
              <a:t>Random Forest Classifier and Regressor</a:t>
            </a:r>
            <a:endParaRPr dirty="0"/>
          </a:p>
        </p:txBody>
      </p:sp>
      <p:sp>
        <p:nvSpPr>
          <p:cNvPr id="624" name="Google Shape;624;p35"/>
          <p:cNvSpPr txBox="1">
            <a:spLocks noGrp="1"/>
          </p:cNvSpPr>
          <p:nvPr>
            <p:ph type="title"/>
          </p:nvPr>
        </p:nvSpPr>
        <p:spPr>
          <a:xfrm>
            <a:off x="720000" y="445024"/>
            <a:ext cx="7704000" cy="951113"/>
          </a:xfrm>
          <a:prstGeom prst="rect">
            <a:avLst/>
          </a:prstGeom>
        </p:spPr>
        <p:txBody>
          <a:bodyPr spcFirstLastPara="1" wrap="square" lIns="91425" tIns="91425" rIns="91425" bIns="91425" anchor="t" anchorCtr="0">
            <a:noAutofit/>
          </a:bodyPr>
          <a:lstStyle/>
          <a:p>
            <a:pPr lvl="0"/>
            <a:r>
              <a:rPr lang="en-CA" dirty="0"/>
              <a:t>                      MODEL SELECTION</a:t>
            </a:r>
            <a:br>
              <a:rPr lang="en-CA" dirty="0"/>
            </a:br>
            <a:r>
              <a:rPr lang="en-CA" dirty="0"/>
              <a:t> </a:t>
            </a:r>
            <a:r>
              <a:rPr lang="en-CA" sz="2400" dirty="0"/>
              <a:t>Traditional vs. Emerging AI Methodologies</a:t>
            </a:r>
            <a:endParaRPr sz="2400" dirty="0"/>
          </a:p>
        </p:txBody>
      </p:sp>
      <p:sp>
        <p:nvSpPr>
          <p:cNvPr id="625" name="Google Shape;625;p35"/>
          <p:cNvSpPr txBox="1">
            <a:spLocks noGrp="1"/>
          </p:cNvSpPr>
          <p:nvPr>
            <p:ph type="subTitle" idx="1"/>
          </p:nvPr>
        </p:nvSpPr>
        <p:spPr>
          <a:xfrm>
            <a:off x="4762741" y="2607338"/>
            <a:ext cx="2889000" cy="329150"/>
          </a:xfrm>
          <a:prstGeom prst="rect">
            <a:avLst/>
          </a:prstGeom>
        </p:spPr>
        <p:txBody>
          <a:bodyPr spcFirstLastPara="1" wrap="square" lIns="91425" tIns="91425" rIns="91425" bIns="91425" anchor="t" anchorCtr="0">
            <a:noAutofit/>
          </a:bodyPr>
          <a:lstStyle/>
          <a:p>
            <a:pPr marL="0" lvl="0" indent="0"/>
            <a:r>
              <a:rPr lang="en-CA" dirty="0"/>
              <a:t>Complex non-linear relationships</a:t>
            </a:r>
          </a:p>
        </p:txBody>
      </p:sp>
      <p:sp>
        <p:nvSpPr>
          <p:cNvPr id="626" name="Google Shape;626;p35"/>
          <p:cNvSpPr txBox="1">
            <a:spLocks noGrp="1"/>
          </p:cNvSpPr>
          <p:nvPr>
            <p:ph type="subTitle" idx="2"/>
          </p:nvPr>
        </p:nvSpPr>
        <p:spPr>
          <a:xfrm>
            <a:off x="1063912" y="2607338"/>
            <a:ext cx="6860888" cy="1860584"/>
          </a:xfrm>
          <a:prstGeom prst="rect">
            <a:avLst/>
          </a:prstGeom>
        </p:spPr>
        <p:txBody>
          <a:bodyPr spcFirstLastPara="1" wrap="square" lIns="91425" tIns="91425" rIns="91425" bIns="91425" anchor="t" anchorCtr="0">
            <a:noAutofit/>
          </a:bodyPr>
          <a:lstStyle/>
          <a:p>
            <a:pPr marL="0" lvl="0" indent="0"/>
            <a:r>
              <a:rPr lang="en-CA" dirty="0"/>
              <a:t>Binary &amp; Interpretable </a:t>
            </a:r>
          </a:p>
          <a:p>
            <a:pPr marL="0" lvl="0" indent="0"/>
            <a:endParaRPr lang="en-CA" dirty="0"/>
          </a:p>
          <a:p>
            <a:pPr marL="0" lvl="0" indent="0"/>
            <a:endParaRPr lang="en-CA" dirty="0"/>
          </a:p>
          <a:p>
            <a:pPr marL="0" lvl="0" indent="0"/>
            <a:r>
              <a:rPr lang="en-US" dirty="0"/>
              <a:t>For the 15 predictions, we actively chose between traditional and emerging AI based on clinical needs and utilized Logistic Regression for binary tasks, like diagnosing future hypertension. Logistic Regression is highly interpretable, which is crucial for doctors tracking chronic development. However, for immediate crisis risks, we deployed Random Forest models. A health crisis is chaotic and multi-variable; Random Forest excels at finding complex, non-linear patterns that traditional regression might miss.</a:t>
            </a:r>
            <a:endParaRPr lang="en-CA" dirty="0"/>
          </a:p>
        </p:txBody>
      </p:sp>
      <p:sp>
        <p:nvSpPr>
          <p:cNvPr id="627" name="Google Shape;627;p35"/>
          <p:cNvSpPr txBox="1">
            <a:spLocks noGrp="1"/>
          </p:cNvSpPr>
          <p:nvPr>
            <p:ph type="subTitle" idx="3"/>
          </p:nvPr>
        </p:nvSpPr>
        <p:spPr>
          <a:xfrm>
            <a:off x="1063913" y="2117738"/>
            <a:ext cx="2889000" cy="48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Logistic Regression</a:t>
            </a:r>
          </a:p>
        </p:txBody>
      </p:sp>
      <p:sp>
        <p:nvSpPr>
          <p:cNvPr id="628" name="Google Shape;628;p35"/>
          <p:cNvSpPr/>
          <p:nvPr/>
        </p:nvSpPr>
        <p:spPr>
          <a:xfrm>
            <a:off x="1140022" y="1591238"/>
            <a:ext cx="526500" cy="526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5"/>
          <p:cNvSpPr/>
          <p:nvPr/>
        </p:nvSpPr>
        <p:spPr>
          <a:xfrm>
            <a:off x="5503835" y="1591238"/>
            <a:ext cx="526500" cy="526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5"/>
          <p:cNvSpPr/>
          <p:nvPr/>
        </p:nvSpPr>
        <p:spPr>
          <a:xfrm>
            <a:off x="5619662" y="1665035"/>
            <a:ext cx="294845" cy="359569"/>
          </a:xfrm>
          <a:custGeom>
            <a:avLst/>
            <a:gdLst/>
            <a:ahLst/>
            <a:cxnLst/>
            <a:rect l="l" t="t" r="r" b="b"/>
            <a:pathLst>
              <a:path w="14910" h="18183" extrusionOk="0">
                <a:moveTo>
                  <a:pt x="2139" y="1"/>
                </a:moveTo>
                <a:lnTo>
                  <a:pt x="2139" y="1803"/>
                </a:lnTo>
                <a:cubicBezTo>
                  <a:pt x="2139" y="4878"/>
                  <a:pt x="3947" y="5616"/>
                  <a:pt x="5348" y="6215"/>
                </a:cubicBezTo>
                <a:cubicBezTo>
                  <a:pt x="6284" y="6551"/>
                  <a:pt x="7022" y="6883"/>
                  <a:pt x="7289" y="7621"/>
                </a:cubicBezTo>
                <a:cubicBezTo>
                  <a:pt x="7556" y="7888"/>
                  <a:pt x="7888" y="8022"/>
                  <a:pt x="8225" y="8022"/>
                </a:cubicBezTo>
                <a:lnTo>
                  <a:pt x="9562" y="8022"/>
                </a:lnTo>
                <a:lnTo>
                  <a:pt x="9562" y="9092"/>
                </a:lnTo>
                <a:lnTo>
                  <a:pt x="8225" y="9092"/>
                </a:lnTo>
                <a:cubicBezTo>
                  <a:pt x="7957" y="9092"/>
                  <a:pt x="7754" y="9022"/>
                  <a:pt x="7556" y="8958"/>
                </a:cubicBezTo>
                <a:lnTo>
                  <a:pt x="7556" y="8958"/>
                </a:lnTo>
                <a:cubicBezTo>
                  <a:pt x="7353" y="9557"/>
                  <a:pt x="7423" y="10161"/>
                  <a:pt x="7888" y="10626"/>
                </a:cubicBezTo>
                <a:cubicBezTo>
                  <a:pt x="8155" y="10963"/>
                  <a:pt x="8626" y="11161"/>
                  <a:pt x="9027" y="11231"/>
                </a:cubicBezTo>
                <a:lnTo>
                  <a:pt x="9027" y="12300"/>
                </a:lnTo>
                <a:cubicBezTo>
                  <a:pt x="8289" y="12231"/>
                  <a:pt x="7556" y="11899"/>
                  <a:pt x="7086" y="11364"/>
                </a:cubicBezTo>
                <a:cubicBezTo>
                  <a:pt x="6754" y="11027"/>
                  <a:pt x="6621" y="10696"/>
                  <a:pt x="6487" y="10295"/>
                </a:cubicBezTo>
                <a:cubicBezTo>
                  <a:pt x="5883" y="10626"/>
                  <a:pt x="5214" y="10696"/>
                  <a:pt x="4679" y="10696"/>
                </a:cubicBezTo>
                <a:cubicBezTo>
                  <a:pt x="1471" y="10696"/>
                  <a:pt x="0" y="12364"/>
                  <a:pt x="0" y="14840"/>
                </a:cubicBezTo>
                <a:lnTo>
                  <a:pt x="0" y="18183"/>
                </a:lnTo>
                <a:lnTo>
                  <a:pt x="3209" y="18183"/>
                </a:lnTo>
                <a:lnTo>
                  <a:pt x="3209" y="14637"/>
                </a:lnTo>
                <a:cubicBezTo>
                  <a:pt x="3209" y="14306"/>
                  <a:pt x="3476" y="13905"/>
                  <a:pt x="3947" y="13905"/>
                </a:cubicBezTo>
                <a:cubicBezTo>
                  <a:pt x="4481" y="13905"/>
                  <a:pt x="4615" y="14038"/>
                  <a:pt x="4813" y="14905"/>
                </a:cubicBezTo>
                <a:cubicBezTo>
                  <a:pt x="4876" y="14968"/>
                  <a:pt x="5102" y="17116"/>
                  <a:pt x="7837" y="17116"/>
                </a:cubicBezTo>
                <a:cubicBezTo>
                  <a:pt x="8117" y="17116"/>
                  <a:pt x="8424" y="17093"/>
                  <a:pt x="8760" y="17044"/>
                </a:cubicBezTo>
                <a:cubicBezTo>
                  <a:pt x="11701" y="16643"/>
                  <a:pt x="14909" y="13969"/>
                  <a:pt x="14909" y="9092"/>
                </a:cubicBezTo>
                <a:cubicBezTo>
                  <a:pt x="14909" y="5348"/>
                  <a:pt x="12835" y="1337"/>
                  <a:pt x="9829" y="1337"/>
                </a:cubicBezTo>
                <a:cubicBezTo>
                  <a:pt x="8556" y="1337"/>
                  <a:pt x="7888" y="1936"/>
                  <a:pt x="7289" y="2407"/>
                </a:cubicBezTo>
                <a:cubicBezTo>
                  <a:pt x="6888" y="2739"/>
                  <a:pt x="6621" y="2942"/>
                  <a:pt x="6284" y="2942"/>
                </a:cubicBezTo>
                <a:cubicBezTo>
                  <a:pt x="5818" y="2942"/>
                  <a:pt x="5284" y="2541"/>
                  <a:pt x="5284" y="1936"/>
                </a:cubicBezTo>
                <a:lnTo>
                  <a:pt x="52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1" name="Google Shape;631;p35"/>
          <p:cNvGrpSpPr/>
          <p:nvPr/>
        </p:nvGrpSpPr>
        <p:grpSpPr>
          <a:xfrm>
            <a:off x="1285581" y="1674713"/>
            <a:ext cx="235382" cy="365933"/>
            <a:chOff x="2585850" y="2638625"/>
            <a:chExt cx="292400" cy="454575"/>
          </a:xfrm>
        </p:grpSpPr>
        <p:sp>
          <p:nvSpPr>
            <p:cNvPr id="632" name="Google Shape;632;p35"/>
            <p:cNvSpPr/>
            <p:nvPr/>
          </p:nvSpPr>
          <p:spPr>
            <a:xfrm>
              <a:off x="2585850" y="2638625"/>
              <a:ext cx="292400" cy="454575"/>
            </a:xfrm>
            <a:custGeom>
              <a:avLst/>
              <a:gdLst/>
              <a:ahLst/>
              <a:cxnLst/>
              <a:rect l="l" t="t" r="r" b="b"/>
              <a:pathLst>
                <a:path w="11696" h="18183" extrusionOk="0">
                  <a:moveTo>
                    <a:pt x="5883" y="2140"/>
                  </a:moveTo>
                  <a:cubicBezTo>
                    <a:pt x="7888" y="2140"/>
                    <a:pt x="9557" y="3808"/>
                    <a:pt x="9557" y="5883"/>
                  </a:cubicBezTo>
                  <a:cubicBezTo>
                    <a:pt x="9557" y="7888"/>
                    <a:pt x="7888" y="9557"/>
                    <a:pt x="5883" y="9557"/>
                  </a:cubicBezTo>
                  <a:cubicBezTo>
                    <a:pt x="3808" y="9557"/>
                    <a:pt x="2139" y="7888"/>
                    <a:pt x="2139" y="5883"/>
                  </a:cubicBezTo>
                  <a:cubicBezTo>
                    <a:pt x="2139" y="3808"/>
                    <a:pt x="3808" y="2140"/>
                    <a:pt x="5883" y="2140"/>
                  </a:cubicBezTo>
                  <a:close/>
                  <a:moveTo>
                    <a:pt x="5883" y="1"/>
                  </a:moveTo>
                  <a:cubicBezTo>
                    <a:pt x="2605" y="1"/>
                    <a:pt x="0" y="2605"/>
                    <a:pt x="0" y="5883"/>
                  </a:cubicBezTo>
                  <a:cubicBezTo>
                    <a:pt x="0" y="8888"/>
                    <a:pt x="2337" y="11429"/>
                    <a:pt x="5348" y="11696"/>
                  </a:cubicBezTo>
                  <a:lnTo>
                    <a:pt x="5348" y="12765"/>
                  </a:lnTo>
                  <a:lnTo>
                    <a:pt x="4278" y="12765"/>
                  </a:lnTo>
                  <a:lnTo>
                    <a:pt x="4278" y="18183"/>
                  </a:lnTo>
                  <a:lnTo>
                    <a:pt x="7487" y="18183"/>
                  </a:lnTo>
                  <a:lnTo>
                    <a:pt x="7487" y="12765"/>
                  </a:lnTo>
                  <a:lnTo>
                    <a:pt x="6418" y="12765"/>
                  </a:lnTo>
                  <a:lnTo>
                    <a:pt x="6418" y="11696"/>
                  </a:lnTo>
                  <a:cubicBezTo>
                    <a:pt x="9359" y="11429"/>
                    <a:pt x="11696" y="8888"/>
                    <a:pt x="11696" y="5883"/>
                  </a:cubicBezTo>
                  <a:cubicBezTo>
                    <a:pt x="11696" y="2605"/>
                    <a:pt x="9091" y="1"/>
                    <a:pt x="58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5"/>
            <p:cNvSpPr/>
            <p:nvPr/>
          </p:nvSpPr>
          <p:spPr>
            <a:xfrm>
              <a:off x="2666050" y="2718850"/>
              <a:ext cx="133725" cy="131975"/>
            </a:xfrm>
            <a:custGeom>
              <a:avLst/>
              <a:gdLst/>
              <a:ahLst/>
              <a:cxnLst/>
              <a:rect l="l" t="t" r="r" b="b"/>
              <a:pathLst>
                <a:path w="5349" h="5279" extrusionOk="0">
                  <a:moveTo>
                    <a:pt x="3210" y="1070"/>
                  </a:moveTo>
                  <a:lnTo>
                    <a:pt x="3210" y="2139"/>
                  </a:lnTo>
                  <a:lnTo>
                    <a:pt x="4279" y="2139"/>
                  </a:lnTo>
                  <a:lnTo>
                    <a:pt x="4279" y="3209"/>
                  </a:lnTo>
                  <a:lnTo>
                    <a:pt x="3210" y="3209"/>
                  </a:lnTo>
                  <a:lnTo>
                    <a:pt x="3210" y="4209"/>
                  </a:lnTo>
                  <a:lnTo>
                    <a:pt x="2140" y="4209"/>
                  </a:lnTo>
                  <a:lnTo>
                    <a:pt x="2140" y="3209"/>
                  </a:lnTo>
                  <a:lnTo>
                    <a:pt x="1070" y="3209"/>
                  </a:lnTo>
                  <a:lnTo>
                    <a:pt x="1070" y="2139"/>
                  </a:lnTo>
                  <a:lnTo>
                    <a:pt x="2140" y="2139"/>
                  </a:lnTo>
                  <a:lnTo>
                    <a:pt x="2140" y="1070"/>
                  </a:lnTo>
                  <a:close/>
                  <a:moveTo>
                    <a:pt x="2675" y="0"/>
                  </a:moveTo>
                  <a:cubicBezTo>
                    <a:pt x="1204" y="0"/>
                    <a:pt x="1" y="1203"/>
                    <a:pt x="1" y="2674"/>
                  </a:cubicBezTo>
                  <a:cubicBezTo>
                    <a:pt x="1" y="4145"/>
                    <a:pt x="1204" y="5278"/>
                    <a:pt x="2675" y="5278"/>
                  </a:cubicBezTo>
                  <a:cubicBezTo>
                    <a:pt x="4145" y="5278"/>
                    <a:pt x="5349" y="4145"/>
                    <a:pt x="5349" y="2674"/>
                  </a:cubicBezTo>
                  <a:cubicBezTo>
                    <a:pt x="5349" y="1203"/>
                    <a:pt x="4145" y="0"/>
                    <a:pt x="2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4" name="Google Shape;634;p35"/>
          <p:cNvSpPr/>
          <p:nvPr/>
        </p:nvSpPr>
        <p:spPr>
          <a:xfrm>
            <a:off x="7544321" y="1046096"/>
            <a:ext cx="12542" cy="9371"/>
          </a:xfrm>
          <a:custGeom>
            <a:avLst/>
            <a:gdLst/>
            <a:ahLst/>
            <a:cxnLst/>
            <a:rect l="l" t="t" r="r" b="b"/>
            <a:pathLst>
              <a:path w="712" h="532" extrusionOk="0">
                <a:moveTo>
                  <a:pt x="712" y="1"/>
                </a:moveTo>
                <a:lnTo>
                  <a:pt x="451" y="196"/>
                </a:lnTo>
                <a:lnTo>
                  <a:pt x="451" y="196"/>
                </a:lnTo>
                <a:cubicBezTo>
                  <a:pt x="551" y="134"/>
                  <a:pt x="631" y="82"/>
                  <a:pt x="712" y="1"/>
                </a:cubicBezTo>
                <a:close/>
                <a:moveTo>
                  <a:pt x="451" y="196"/>
                </a:moveTo>
                <a:cubicBezTo>
                  <a:pt x="404" y="225"/>
                  <a:pt x="352" y="257"/>
                  <a:pt x="295" y="295"/>
                </a:cubicBezTo>
                <a:cubicBezTo>
                  <a:pt x="238" y="295"/>
                  <a:pt x="176" y="356"/>
                  <a:pt x="119" y="413"/>
                </a:cubicBezTo>
                <a:cubicBezTo>
                  <a:pt x="119" y="430"/>
                  <a:pt x="115" y="443"/>
                  <a:pt x="107" y="453"/>
                </a:cubicBezTo>
                <a:lnTo>
                  <a:pt x="107" y="453"/>
                </a:lnTo>
                <a:lnTo>
                  <a:pt x="451" y="196"/>
                </a:lnTo>
                <a:close/>
                <a:moveTo>
                  <a:pt x="107" y="453"/>
                </a:moveTo>
                <a:lnTo>
                  <a:pt x="61" y="487"/>
                </a:lnTo>
                <a:lnTo>
                  <a:pt x="61" y="487"/>
                </a:lnTo>
                <a:cubicBezTo>
                  <a:pt x="80" y="476"/>
                  <a:pt x="96" y="466"/>
                  <a:pt x="107" y="453"/>
                </a:cubicBezTo>
                <a:close/>
                <a:moveTo>
                  <a:pt x="61" y="487"/>
                </a:moveTo>
                <a:cubicBezTo>
                  <a:pt x="42" y="498"/>
                  <a:pt x="21" y="511"/>
                  <a:pt x="1" y="532"/>
                </a:cubicBezTo>
                <a:lnTo>
                  <a:pt x="61" y="487"/>
                </a:lnTo>
                <a:close/>
              </a:path>
            </a:pathLst>
          </a:custGeom>
          <a:solidFill>
            <a:srgbClr val="E290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36"/>
          <p:cNvSpPr txBox="1">
            <a:spLocks noGrp="1"/>
          </p:cNvSpPr>
          <p:nvPr>
            <p:ph type="title"/>
          </p:nvPr>
        </p:nvSpPr>
        <p:spPr>
          <a:xfrm>
            <a:off x="-89210" y="302762"/>
            <a:ext cx="9129131" cy="572700"/>
          </a:xfrm>
          <a:prstGeom prst="rect">
            <a:avLst/>
          </a:prstGeom>
        </p:spPr>
        <p:txBody>
          <a:bodyPr spcFirstLastPara="1" wrap="square" lIns="91425" tIns="91425" rIns="91425" bIns="91425" anchor="t" anchorCtr="0">
            <a:noAutofit/>
          </a:bodyPr>
          <a:lstStyle/>
          <a:p>
            <a:pPr lvl="0"/>
            <a:r>
              <a:rPr lang="en-CA" dirty="0"/>
              <a:t>FEATURE ENGINEERING - Elevating Clinical Utility</a:t>
            </a:r>
            <a:endParaRPr dirty="0"/>
          </a:p>
        </p:txBody>
      </p:sp>
      <p:sp>
        <p:nvSpPr>
          <p:cNvPr id="640" name="Google Shape;640;p36"/>
          <p:cNvSpPr txBox="1">
            <a:spLocks noGrp="1"/>
          </p:cNvSpPr>
          <p:nvPr>
            <p:ph type="subTitle" idx="4"/>
          </p:nvPr>
        </p:nvSpPr>
        <p:spPr>
          <a:xfrm>
            <a:off x="1948968" y="1187975"/>
            <a:ext cx="5881800" cy="36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641" name="Google Shape;641;p36"/>
          <p:cNvSpPr txBox="1">
            <a:spLocks noGrp="1"/>
          </p:cNvSpPr>
          <p:nvPr>
            <p:ph type="subTitle" idx="5"/>
          </p:nvPr>
        </p:nvSpPr>
        <p:spPr>
          <a:xfrm>
            <a:off x="1948968" y="2053743"/>
            <a:ext cx="5881800" cy="36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642" name="Google Shape;642;p36"/>
          <p:cNvSpPr txBox="1">
            <a:spLocks noGrp="1"/>
          </p:cNvSpPr>
          <p:nvPr>
            <p:ph type="subTitle" idx="1"/>
          </p:nvPr>
        </p:nvSpPr>
        <p:spPr>
          <a:xfrm>
            <a:off x="1948968" y="1477764"/>
            <a:ext cx="5881800" cy="710400"/>
          </a:xfrm>
          <a:prstGeom prst="rect">
            <a:avLst/>
          </a:prstGeom>
        </p:spPr>
        <p:txBody>
          <a:bodyPr spcFirstLastPara="1" wrap="square" lIns="91425" tIns="91425" rIns="91425" bIns="91425" anchor="t" anchorCtr="0">
            <a:noAutofit/>
          </a:bodyPr>
          <a:lstStyle/>
          <a:p>
            <a:pPr marL="0" lvl="0" indent="0"/>
            <a:r>
              <a:rPr lang="en-US" dirty="0"/>
              <a:t>Raw data transformed into actionable metrics.</a:t>
            </a:r>
            <a:endParaRPr dirty="0"/>
          </a:p>
        </p:txBody>
      </p:sp>
      <p:sp>
        <p:nvSpPr>
          <p:cNvPr id="643" name="Google Shape;643;p36"/>
          <p:cNvSpPr txBox="1">
            <a:spLocks noGrp="1"/>
          </p:cNvSpPr>
          <p:nvPr>
            <p:ph type="subTitle" idx="2"/>
          </p:nvPr>
        </p:nvSpPr>
        <p:spPr>
          <a:xfrm>
            <a:off x="1948968" y="2513992"/>
            <a:ext cx="5881800" cy="526500"/>
          </a:xfrm>
          <a:prstGeom prst="rect">
            <a:avLst/>
          </a:prstGeom>
        </p:spPr>
        <p:txBody>
          <a:bodyPr spcFirstLastPara="1" wrap="square" lIns="91425" tIns="91425" rIns="91425" bIns="91425" anchor="t" anchorCtr="0">
            <a:noAutofit/>
          </a:bodyPr>
          <a:lstStyle/>
          <a:p>
            <a:pPr marL="0" lvl="0" indent="0"/>
            <a:r>
              <a:rPr lang="en-CA" dirty="0"/>
              <a:t>Engineered features:                           and </a:t>
            </a:r>
            <a:endParaRPr lang="en-US" dirty="0"/>
          </a:p>
        </p:txBody>
      </p:sp>
      <p:sp>
        <p:nvSpPr>
          <p:cNvPr id="644" name="Google Shape;644;p36"/>
          <p:cNvSpPr txBox="1">
            <a:spLocks noGrp="1"/>
          </p:cNvSpPr>
          <p:nvPr>
            <p:ph type="subTitle" idx="3"/>
          </p:nvPr>
        </p:nvSpPr>
        <p:spPr>
          <a:xfrm>
            <a:off x="1904917" y="3327828"/>
            <a:ext cx="6793034" cy="1333382"/>
          </a:xfrm>
          <a:prstGeom prst="rect">
            <a:avLst/>
          </a:prstGeom>
        </p:spPr>
        <p:txBody>
          <a:bodyPr spcFirstLastPara="1" wrap="square" lIns="91425" tIns="91425" rIns="91425" bIns="91425" anchor="t" anchorCtr="0">
            <a:noAutofit/>
          </a:bodyPr>
          <a:lstStyle/>
          <a:p>
            <a:pPr marL="171450" lvl="0" indent="-171450">
              <a:buFont typeface="Arial" panose="020B0604020202020204" pitchFamily="34" charset="0"/>
              <a:buChar char="•"/>
            </a:pPr>
            <a:r>
              <a:rPr lang="en-US" dirty="0"/>
              <a:t>Raw numbers only tell half the story. </a:t>
            </a:r>
          </a:p>
          <a:p>
            <a:pPr marL="171450" lvl="0" indent="-171450">
              <a:buFont typeface="Arial" panose="020B0604020202020204" pitchFamily="34" charset="0"/>
              <a:buChar char="•"/>
            </a:pPr>
            <a:r>
              <a:rPr lang="en-US" dirty="0"/>
              <a:t>Before passing data to our models, our Python script engineers advanced clinical features. For example, instead of just looking at average blood pressure, we calculate BP Volatility and Pulse Pressure and BMI.</a:t>
            </a:r>
          </a:p>
          <a:p>
            <a:pPr marL="171450" lvl="0" indent="-171450">
              <a:buFont typeface="Arial" panose="020B0604020202020204" pitchFamily="34" charset="0"/>
              <a:buChar char="•"/>
            </a:pPr>
            <a:r>
              <a:rPr lang="en-US" dirty="0"/>
              <a:t>This allows our Random Forest models to identify patients who might have 'normal' averages but highly dangerous spikes, predicting health events before they occur</a:t>
            </a:r>
            <a:endParaRPr dirty="0"/>
          </a:p>
        </p:txBody>
      </p:sp>
      <p:sp>
        <p:nvSpPr>
          <p:cNvPr id="645" name="Google Shape;645;p36"/>
          <p:cNvSpPr txBox="1">
            <a:spLocks noGrp="1"/>
          </p:cNvSpPr>
          <p:nvPr>
            <p:ph type="subTitle" idx="6"/>
          </p:nvPr>
        </p:nvSpPr>
        <p:spPr>
          <a:xfrm flipV="1">
            <a:off x="1948968" y="3010783"/>
            <a:ext cx="5881800" cy="8358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646" name="Google Shape;646;p36"/>
          <p:cNvSpPr/>
          <p:nvPr/>
        </p:nvSpPr>
        <p:spPr>
          <a:xfrm>
            <a:off x="1270063" y="1391825"/>
            <a:ext cx="526500" cy="526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6"/>
          <p:cNvSpPr/>
          <p:nvPr/>
        </p:nvSpPr>
        <p:spPr>
          <a:xfrm>
            <a:off x="1287213" y="2435683"/>
            <a:ext cx="526500" cy="526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6"/>
          <p:cNvSpPr/>
          <p:nvPr/>
        </p:nvSpPr>
        <p:spPr>
          <a:xfrm>
            <a:off x="1278123" y="3606551"/>
            <a:ext cx="526500" cy="526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9" name="Google Shape;649;p36"/>
          <p:cNvGrpSpPr/>
          <p:nvPr/>
        </p:nvGrpSpPr>
        <p:grpSpPr>
          <a:xfrm>
            <a:off x="1400257" y="2513992"/>
            <a:ext cx="300413" cy="300413"/>
            <a:chOff x="6267350" y="4000550"/>
            <a:chExt cx="441200" cy="441200"/>
          </a:xfrm>
        </p:grpSpPr>
        <p:sp>
          <p:nvSpPr>
            <p:cNvPr id="650" name="Google Shape;650;p36"/>
            <p:cNvSpPr/>
            <p:nvPr/>
          </p:nvSpPr>
          <p:spPr>
            <a:xfrm>
              <a:off x="6397700" y="4000550"/>
              <a:ext cx="180500" cy="180500"/>
            </a:xfrm>
            <a:custGeom>
              <a:avLst/>
              <a:gdLst/>
              <a:ahLst/>
              <a:cxnLst/>
              <a:rect l="l" t="t" r="r" b="b"/>
              <a:pathLst>
                <a:path w="7220" h="7220" extrusionOk="0">
                  <a:moveTo>
                    <a:pt x="4145" y="2075"/>
                  </a:moveTo>
                  <a:lnTo>
                    <a:pt x="4145" y="3145"/>
                  </a:lnTo>
                  <a:lnTo>
                    <a:pt x="5150" y="3145"/>
                  </a:lnTo>
                  <a:lnTo>
                    <a:pt x="5150" y="4145"/>
                  </a:lnTo>
                  <a:lnTo>
                    <a:pt x="4145" y="4145"/>
                  </a:lnTo>
                  <a:lnTo>
                    <a:pt x="4145" y="5215"/>
                  </a:lnTo>
                  <a:lnTo>
                    <a:pt x="3075" y="5215"/>
                  </a:lnTo>
                  <a:lnTo>
                    <a:pt x="3075" y="4145"/>
                  </a:lnTo>
                  <a:lnTo>
                    <a:pt x="2075" y="4145"/>
                  </a:lnTo>
                  <a:lnTo>
                    <a:pt x="2075" y="3145"/>
                  </a:lnTo>
                  <a:lnTo>
                    <a:pt x="3075" y="3145"/>
                  </a:lnTo>
                  <a:lnTo>
                    <a:pt x="3075" y="2075"/>
                  </a:lnTo>
                  <a:close/>
                  <a:moveTo>
                    <a:pt x="0" y="1"/>
                  </a:moveTo>
                  <a:lnTo>
                    <a:pt x="0" y="7220"/>
                  </a:lnTo>
                  <a:lnTo>
                    <a:pt x="7220" y="7220"/>
                  </a:lnTo>
                  <a:lnTo>
                    <a:pt x="72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6"/>
            <p:cNvSpPr/>
            <p:nvPr/>
          </p:nvSpPr>
          <p:spPr>
            <a:xfrm>
              <a:off x="6397700" y="4259650"/>
              <a:ext cx="76900" cy="25025"/>
            </a:xfrm>
            <a:custGeom>
              <a:avLst/>
              <a:gdLst/>
              <a:ahLst/>
              <a:cxnLst/>
              <a:rect l="l" t="t" r="r" b="b"/>
              <a:pathLst>
                <a:path w="3076" h="1001" extrusionOk="0">
                  <a:moveTo>
                    <a:pt x="0" y="0"/>
                  </a:moveTo>
                  <a:lnTo>
                    <a:pt x="0" y="1000"/>
                  </a:lnTo>
                  <a:lnTo>
                    <a:pt x="3075" y="1000"/>
                  </a:lnTo>
                  <a:lnTo>
                    <a:pt x="307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6"/>
            <p:cNvSpPr/>
            <p:nvPr/>
          </p:nvSpPr>
          <p:spPr>
            <a:xfrm>
              <a:off x="6501300" y="4361525"/>
              <a:ext cx="51900" cy="80225"/>
            </a:xfrm>
            <a:custGeom>
              <a:avLst/>
              <a:gdLst/>
              <a:ahLst/>
              <a:cxnLst/>
              <a:rect l="l" t="t" r="r" b="b"/>
              <a:pathLst>
                <a:path w="2076" h="3209" extrusionOk="0">
                  <a:moveTo>
                    <a:pt x="1" y="0"/>
                  </a:moveTo>
                  <a:lnTo>
                    <a:pt x="1" y="3209"/>
                  </a:lnTo>
                  <a:lnTo>
                    <a:pt x="2076" y="3209"/>
                  </a:lnTo>
                  <a:lnTo>
                    <a:pt x="20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6"/>
            <p:cNvSpPr/>
            <p:nvPr/>
          </p:nvSpPr>
          <p:spPr>
            <a:xfrm>
              <a:off x="6501300" y="4259650"/>
              <a:ext cx="76900" cy="25025"/>
            </a:xfrm>
            <a:custGeom>
              <a:avLst/>
              <a:gdLst/>
              <a:ahLst/>
              <a:cxnLst/>
              <a:rect l="l" t="t" r="r" b="b"/>
              <a:pathLst>
                <a:path w="3076" h="1001" extrusionOk="0">
                  <a:moveTo>
                    <a:pt x="1" y="0"/>
                  </a:moveTo>
                  <a:lnTo>
                    <a:pt x="1" y="1000"/>
                  </a:lnTo>
                  <a:lnTo>
                    <a:pt x="3076" y="1000"/>
                  </a:lnTo>
                  <a:lnTo>
                    <a:pt x="30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6"/>
            <p:cNvSpPr/>
            <p:nvPr/>
          </p:nvSpPr>
          <p:spPr>
            <a:xfrm>
              <a:off x="6424450" y="4361525"/>
              <a:ext cx="50150" cy="80225"/>
            </a:xfrm>
            <a:custGeom>
              <a:avLst/>
              <a:gdLst/>
              <a:ahLst/>
              <a:cxnLst/>
              <a:rect l="l" t="t" r="r" b="b"/>
              <a:pathLst>
                <a:path w="2006" h="3209" extrusionOk="0">
                  <a:moveTo>
                    <a:pt x="0" y="0"/>
                  </a:moveTo>
                  <a:lnTo>
                    <a:pt x="0" y="3209"/>
                  </a:lnTo>
                  <a:lnTo>
                    <a:pt x="2005" y="3209"/>
                  </a:lnTo>
                  <a:lnTo>
                    <a:pt x="20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6"/>
            <p:cNvSpPr/>
            <p:nvPr/>
          </p:nvSpPr>
          <p:spPr>
            <a:xfrm>
              <a:off x="6501300" y="4207775"/>
              <a:ext cx="76900" cy="25150"/>
            </a:xfrm>
            <a:custGeom>
              <a:avLst/>
              <a:gdLst/>
              <a:ahLst/>
              <a:cxnLst/>
              <a:rect l="l" t="t" r="r" b="b"/>
              <a:pathLst>
                <a:path w="3076" h="1006" extrusionOk="0">
                  <a:moveTo>
                    <a:pt x="1" y="0"/>
                  </a:moveTo>
                  <a:lnTo>
                    <a:pt x="1" y="1006"/>
                  </a:lnTo>
                  <a:lnTo>
                    <a:pt x="3076" y="1006"/>
                  </a:lnTo>
                  <a:lnTo>
                    <a:pt x="30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6"/>
            <p:cNvSpPr/>
            <p:nvPr/>
          </p:nvSpPr>
          <p:spPr>
            <a:xfrm>
              <a:off x="6397700" y="4207775"/>
              <a:ext cx="76900" cy="25150"/>
            </a:xfrm>
            <a:custGeom>
              <a:avLst/>
              <a:gdLst/>
              <a:ahLst/>
              <a:cxnLst/>
              <a:rect l="l" t="t" r="r" b="b"/>
              <a:pathLst>
                <a:path w="3076" h="1006" extrusionOk="0">
                  <a:moveTo>
                    <a:pt x="0" y="0"/>
                  </a:moveTo>
                  <a:lnTo>
                    <a:pt x="0" y="1006"/>
                  </a:lnTo>
                  <a:lnTo>
                    <a:pt x="3075" y="1006"/>
                  </a:lnTo>
                  <a:lnTo>
                    <a:pt x="307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6"/>
            <p:cNvSpPr/>
            <p:nvPr/>
          </p:nvSpPr>
          <p:spPr>
            <a:xfrm>
              <a:off x="6267350" y="4079175"/>
              <a:ext cx="26750" cy="362575"/>
            </a:xfrm>
            <a:custGeom>
              <a:avLst/>
              <a:gdLst/>
              <a:ahLst/>
              <a:cxnLst/>
              <a:rect l="l" t="t" r="r" b="b"/>
              <a:pathLst>
                <a:path w="1070" h="14503" extrusionOk="0">
                  <a:moveTo>
                    <a:pt x="0" y="0"/>
                  </a:moveTo>
                  <a:lnTo>
                    <a:pt x="0" y="14503"/>
                  </a:lnTo>
                  <a:lnTo>
                    <a:pt x="1070" y="14503"/>
                  </a:lnTo>
                  <a:lnTo>
                    <a:pt x="10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6"/>
            <p:cNvSpPr/>
            <p:nvPr/>
          </p:nvSpPr>
          <p:spPr>
            <a:xfrm>
              <a:off x="6681800" y="4079175"/>
              <a:ext cx="26750" cy="362575"/>
            </a:xfrm>
            <a:custGeom>
              <a:avLst/>
              <a:gdLst/>
              <a:ahLst/>
              <a:cxnLst/>
              <a:rect l="l" t="t" r="r" b="b"/>
              <a:pathLst>
                <a:path w="1070" h="14503" extrusionOk="0">
                  <a:moveTo>
                    <a:pt x="0" y="0"/>
                  </a:moveTo>
                  <a:lnTo>
                    <a:pt x="0" y="14503"/>
                  </a:lnTo>
                  <a:lnTo>
                    <a:pt x="1070" y="14503"/>
                  </a:lnTo>
                  <a:lnTo>
                    <a:pt x="10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6"/>
            <p:cNvSpPr/>
            <p:nvPr/>
          </p:nvSpPr>
          <p:spPr>
            <a:xfrm>
              <a:off x="6320825" y="4027300"/>
              <a:ext cx="334250" cy="414450"/>
            </a:xfrm>
            <a:custGeom>
              <a:avLst/>
              <a:gdLst/>
              <a:ahLst/>
              <a:cxnLst/>
              <a:rect l="l" t="t" r="r" b="b"/>
              <a:pathLst>
                <a:path w="13370" h="16578" extrusionOk="0">
                  <a:moveTo>
                    <a:pt x="1" y="0"/>
                  </a:moveTo>
                  <a:lnTo>
                    <a:pt x="1" y="16578"/>
                  </a:lnTo>
                  <a:lnTo>
                    <a:pt x="3075" y="16578"/>
                  </a:lnTo>
                  <a:lnTo>
                    <a:pt x="3075" y="12369"/>
                  </a:lnTo>
                  <a:lnTo>
                    <a:pt x="10295" y="12369"/>
                  </a:lnTo>
                  <a:lnTo>
                    <a:pt x="10295" y="16578"/>
                  </a:lnTo>
                  <a:lnTo>
                    <a:pt x="13370" y="16578"/>
                  </a:lnTo>
                  <a:lnTo>
                    <a:pt x="13370" y="0"/>
                  </a:lnTo>
                  <a:lnTo>
                    <a:pt x="11364" y="0"/>
                  </a:lnTo>
                  <a:lnTo>
                    <a:pt x="11364" y="11364"/>
                  </a:lnTo>
                  <a:lnTo>
                    <a:pt x="2075" y="11364"/>
                  </a:lnTo>
                  <a:lnTo>
                    <a:pt x="207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 name="Google Shape;660;p36"/>
          <p:cNvGrpSpPr/>
          <p:nvPr/>
        </p:nvGrpSpPr>
        <p:grpSpPr>
          <a:xfrm>
            <a:off x="1356715" y="1477851"/>
            <a:ext cx="353195" cy="354460"/>
            <a:chOff x="4759950" y="3323800"/>
            <a:chExt cx="439625" cy="441200"/>
          </a:xfrm>
        </p:grpSpPr>
        <p:sp>
          <p:nvSpPr>
            <p:cNvPr id="661" name="Google Shape;661;p36"/>
            <p:cNvSpPr/>
            <p:nvPr/>
          </p:nvSpPr>
          <p:spPr>
            <a:xfrm>
              <a:off x="4838575" y="3323800"/>
              <a:ext cx="282375" cy="258975"/>
            </a:xfrm>
            <a:custGeom>
              <a:avLst/>
              <a:gdLst/>
              <a:ahLst/>
              <a:cxnLst/>
              <a:rect l="l" t="t" r="r" b="b"/>
              <a:pathLst>
                <a:path w="11295" h="10359" extrusionOk="0">
                  <a:moveTo>
                    <a:pt x="6150" y="4209"/>
                  </a:moveTo>
                  <a:lnTo>
                    <a:pt x="6150" y="5215"/>
                  </a:lnTo>
                  <a:lnTo>
                    <a:pt x="7220" y="5215"/>
                  </a:lnTo>
                  <a:lnTo>
                    <a:pt x="7220" y="6215"/>
                  </a:lnTo>
                  <a:lnTo>
                    <a:pt x="6150" y="6215"/>
                  </a:lnTo>
                  <a:lnTo>
                    <a:pt x="6150" y="7284"/>
                  </a:lnTo>
                  <a:lnTo>
                    <a:pt x="5145" y="7284"/>
                  </a:lnTo>
                  <a:lnTo>
                    <a:pt x="5145" y="6215"/>
                  </a:lnTo>
                  <a:lnTo>
                    <a:pt x="4075" y="6215"/>
                  </a:lnTo>
                  <a:lnTo>
                    <a:pt x="4075" y="5215"/>
                  </a:lnTo>
                  <a:lnTo>
                    <a:pt x="5145" y="5215"/>
                  </a:lnTo>
                  <a:lnTo>
                    <a:pt x="5145" y="4209"/>
                  </a:lnTo>
                  <a:close/>
                  <a:moveTo>
                    <a:pt x="3075" y="0"/>
                  </a:moveTo>
                  <a:cubicBezTo>
                    <a:pt x="1268" y="65"/>
                    <a:pt x="0" y="1872"/>
                    <a:pt x="0" y="3674"/>
                  </a:cubicBezTo>
                  <a:cubicBezTo>
                    <a:pt x="0" y="5546"/>
                    <a:pt x="1803" y="7086"/>
                    <a:pt x="4075" y="9022"/>
                  </a:cubicBezTo>
                  <a:cubicBezTo>
                    <a:pt x="4476" y="9359"/>
                    <a:pt x="5615" y="10359"/>
                    <a:pt x="5615" y="10359"/>
                  </a:cubicBezTo>
                  <a:lnTo>
                    <a:pt x="7220" y="9022"/>
                  </a:lnTo>
                  <a:cubicBezTo>
                    <a:pt x="9493" y="7086"/>
                    <a:pt x="11295" y="5546"/>
                    <a:pt x="11295" y="3674"/>
                  </a:cubicBezTo>
                  <a:cubicBezTo>
                    <a:pt x="11295" y="1872"/>
                    <a:pt x="10027" y="65"/>
                    <a:pt x="8220" y="0"/>
                  </a:cubicBezTo>
                  <a:cubicBezTo>
                    <a:pt x="7551" y="0"/>
                    <a:pt x="6551" y="332"/>
                    <a:pt x="5615" y="1402"/>
                  </a:cubicBezTo>
                  <a:cubicBezTo>
                    <a:pt x="4744" y="332"/>
                    <a:pt x="3744" y="0"/>
                    <a:pt x="30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6"/>
            <p:cNvSpPr/>
            <p:nvPr/>
          </p:nvSpPr>
          <p:spPr>
            <a:xfrm>
              <a:off x="4992325" y="3429025"/>
              <a:ext cx="207250" cy="335975"/>
            </a:xfrm>
            <a:custGeom>
              <a:avLst/>
              <a:gdLst/>
              <a:ahLst/>
              <a:cxnLst/>
              <a:rect l="l" t="t" r="r" b="b"/>
              <a:pathLst>
                <a:path w="8290" h="13439" extrusionOk="0">
                  <a:moveTo>
                    <a:pt x="7952" y="0"/>
                  </a:moveTo>
                  <a:cubicBezTo>
                    <a:pt x="6749" y="0"/>
                    <a:pt x="6749" y="1471"/>
                    <a:pt x="6749" y="2674"/>
                  </a:cubicBezTo>
                  <a:lnTo>
                    <a:pt x="6749" y="3145"/>
                  </a:lnTo>
                  <a:cubicBezTo>
                    <a:pt x="6685" y="4679"/>
                    <a:pt x="6551" y="6621"/>
                    <a:pt x="4813" y="7958"/>
                  </a:cubicBezTo>
                  <a:cubicBezTo>
                    <a:pt x="4412" y="8225"/>
                    <a:pt x="3877" y="8492"/>
                    <a:pt x="3273" y="8760"/>
                  </a:cubicBezTo>
                  <a:cubicBezTo>
                    <a:pt x="3273" y="8690"/>
                    <a:pt x="2941" y="7888"/>
                    <a:pt x="2941" y="7754"/>
                  </a:cubicBezTo>
                  <a:cubicBezTo>
                    <a:pt x="3273" y="7621"/>
                    <a:pt x="3674" y="7487"/>
                    <a:pt x="4075" y="7220"/>
                  </a:cubicBezTo>
                  <a:cubicBezTo>
                    <a:pt x="5081" y="6353"/>
                    <a:pt x="5145" y="5952"/>
                    <a:pt x="5081" y="5749"/>
                  </a:cubicBezTo>
                  <a:cubicBezTo>
                    <a:pt x="5014" y="5583"/>
                    <a:pt x="4813" y="5534"/>
                    <a:pt x="4587" y="5534"/>
                  </a:cubicBezTo>
                  <a:cubicBezTo>
                    <a:pt x="4361" y="5534"/>
                    <a:pt x="4110" y="5583"/>
                    <a:pt x="3942" y="5615"/>
                  </a:cubicBezTo>
                  <a:cubicBezTo>
                    <a:pt x="3006" y="5749"/>
                    <a:pt x="1738" y="6417"/>
                    <a:pt x="936" y="7220"/>
                  </a:cubicBezTo>
                  <a:cubicBezTo>
                    <a:pt x="401" y="7690"/>
                    <a:pt x="0" y="8359"/>
                    <a:pt x="0" y="9091"/>
                  </a:cubicBezTo>
                  <a:lnTo>
                    <a:pt x="0" y="13439"/>
                  </a:lnTo>
                  <a:lnTo>
                    <a:pt x="4145" y="13439"/>
                  </a:lnTo>
                  <a:lnTo>
                    <a:pt x="4145" y="12904"/>
                  </a:lnTo>
                  <a:cubicBezTo>
                    <a:pt x="4145" y="11701"/>
                    <a:pt x="4610" y="11300"/>
                    <a:pt x="5412" y="10765"/>
                  </a:cubicBezTo>
                  <a:cubicBezTo>
                    <a:pt x="6615" y="9829"/>
                    <a:pt x="8289" y="8626"/>
                    <a:pt x="8289" y="3610"/>
                  </a:cubicBezTo>
                  <a:lnTo>
                    <a:pt x="82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6"/>
            <p:cNvSpPr/>
            <p:nvPr/>
          </p:nvSpPr>
          <p:spPr>
            <a:xfrm>
              <a:off x="4759950" y="3429025"/>
              <a:ext cx="207250" cy="335975"/>
            </a:xfrm>
            <a:custGeom>
              <a:avLst/>
              <a:gdLst/>
              <a:ahLst/>
              <a:cxnLst/>
              <a:rect l="l" t="t" r="r" b="b"/>
              <a:pathLst>
                <a:path w="8290" h="13439" extrusionOk="0">
                  <a:moveTo>
                    <a:pt x="1" y="0"/>
                  </a:moveTo>
                  <a:lnTo>
                    <a:pt x="1" y="3610"/>
                  </a:lnTo>
                  <a:cubicBezTo>
                    <a:pt x="1" y="8626"/>
                    <a:pt x="1675" y="9829"/>
                    <a:pt x="2878" y="10765"/>
                  </a:cubicBezTo>
                  <a:cubicBezTo>
                    <a:pt x="3680" y="11300"/>
                    <a:pt x="4145" y="11701"/>
                    <a:pt x="4145" y="12904"/>
                  </a:cubicBezTo>
                  <a:lnTo>
                    <a:pt x="4145" y="13439"/>
                  </a:lnTo>
                  <a:lnTo>
                    <a:pt x="8290" y="13439"/>
                  </a:lnTo>
                  <a:lnTo>
                    <a:pt x="8290" y="9091"/>
                  </a:lnTo>
                  <a:cubicBezTo>
                    <a:pt x="8290" y="8359"/>
                    <a:pt x="7889" y="7690"/>
                    <a:pt x="7354" y="7220"/>
                  </a:cubicBezTo>
                  <a:cubicBezTo>
                    <a:pt x="6552" y="6417"/>
                    <a:pt x="5284" y="5749"/>
                    <a:pt x="4349" y="5615"/>
                  </a:cubicBezTo>
                  <a:cubicBezTo>
                    <a:pt x="4180" y="5583"/>
                    <a:pt x="3929" y="5534"/>
                    <a:pt x="3703" y="5534"/>
                  </a:cubicBezTo>
                  <a:cubicBezTo>
                    <a:pt x="3477" y="5534"/>
                    <a:pt x="3276" y="5583"/>
                    <a:pt x="3210" y="5749"/>
                  </a:cubicBezTo>
                  <a:cubicBezTo>
                    <a:pt x="3145" y="5952"/>
                    <a:pt x="3210" y="6353"/>
                    <a:pt x="4215" y="7220"/>
                  </a:cubicBezTo>
                  <a:cubicBezTo>
                    <a:pt x="4616" y="7487"/>
                    <a:pt x="5017" y="7621"/>
                    <a:pt x="5349" y="7754"/>
                  </a:cubicBezTo>
                  <a:cubicBezTo>
                    <a:pt x="5349" y="7888"/>
                    <a:pt x="5017" y="8690"/>
                    <a:pt x="5017" y="8760"/>
                  </a:cubicBezTo>
                  <a:cubicBezTo>
                    <a:pt x="4413" y="8492"/>
                    <a:pt x="3878" y="8225"/>
                    <a:pt x="3477" y="7958"/>
                  </a:cubicBezTo>
                  <a:cubicBezTo>
                    <a:pt x="1739" y="6621"/>
                    <a:pt x="1605" y="4679"/>
                    <a:pt x="1541" y="3145"/>
                  </a:cubicBezTo>
                  <a:lnTo>
                    <a:pt x="1541" y="2674"/>
                  </a:lnTo>
                  <a:cubicBezTo>
                    <a:pt x="1541" y="1471"/>
                    <a:pt x="1541" y="0"/>
                    <a:pt x="3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36"/>
          <p:cNvGrpSpPr/>
          <p:nvPr/>
        </p:nvGrpSpPr>
        <p:grpSpPr>
          <a:xfrm>
            <a:off x="1383109" y="3695085"/>
            <a:ext cx="300406" cy="349431"/>
            <a:chOff x="1041700" y="3323799"/>
            <a:chExt cx="379300" cy="441201"/>
          </a:xfrm>
        </p:grpSpPr>
        <p:sp>
          <p:nvSpPr>
            <p:cNvPr id="665" name="Google Shape;665;p36"/>
            <p:cNvSpPr/>
            <p:nvPr/>
          </p:nvSpPr>
          <p:spPr>
            <a:xfrm>
              <a:off x="1063349" y="3323799"/>
              <a:ext cx="310851" cy="391075"/>
            </a:xfrm>
            <a:custGeom>
              <a:avLst/>
              <a:gdLst/>
              <a:ahLst/>
              <a:cxnLst/>
              <a:rect l="l" t="t" r="r" b="b"/>
              <a:pathLst>
                <a:path w="12434" h="15643" extrusionOk="0">
                  <a:moveTo>
                    <a:pt x="11568" y="0"/>
                  </a:moveTo>
                  <a:lnTo>
                    <a:pt x="8092" y="4947"/>
                  </a:lnTo>
                  <a:lnTo>
                    <a:pt x="7755" y="4744"/>
                  </a:lnTo>
                  <a:lnTo>
                    <a:pt x="4883" y="6953"/>
                  </a:lnTo>
                  <a:lnTo>
                    <a:pt x="1471" y="11899"/>
                  </a:lnTo>
                  <a:lnTo>
                    <a:pt x="605" y="11295"/>
                  </a:lnTo>
                  <a:lnTo>
                    <a:pt x="0" y="12167"/>
                  </a:lnTo>
                  <a:lnTo>
                    <a:pt x="5150" y="15643"/>
                  </a:lnTo>
                  <a:lnTo>
                    <a:pt x="5685" y="14771"/>
                  </a:lnTo>
                  <a:lnTo>
                    <a:pt x="4883" y="14236"/>
                  </a:lnTo>
                  <a:lnTo>
                    <a:pt x="8156" y="9423"/>
                  </a:lnTo>
                  <a:lnTo>
                    <a:pt x="9225" y="5749"/>
                  </a:lnTo>
                  <a:lnTo>
                    <a:pt x="8958" y="5546"/>
                  </a:lnTo>
                  <a:lnTo>
                    <a:pt x="12434" y="599"/>
                  </a:lnTo>
                  <a:lnTo>
                    <a:pt x="1156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6" name="Google Shape;666;p36"/>
            <p:cNvSpPr/>
            <p:nvPr/>
          </p:nvSpPr>
          <p:spPr>
            <a:xfrm>
              <a:off x="1292375" y="3582750"/>
              <a:ext cx="128625" cy="103650"/>
            </a:xfrm>
            <a:custGeom>
              <a:avLst/>
              <a:gdLst/>
              <a:ahLst/>
              <a:cxnLst/>
              <a:rect l="l" t="t" r="r" b="b"/>
              <a:pathLst>
                <a:path w="5145" h="4146" extrusionOk="0">
                  <a:moveTo>
                    <a:pt x="0" y="1"/>
                  </a:moveTo>
                  <a:lnTo>
                    <a:pt x="0" y="1071"/>
                  </a:lnTo>
                  <a:lnTo>
                    <a:pt x="1000" y="1071"/>
                  </a:lnTo>
                  <a:lnTo>
                    <a:pt x="1000" y="1541"/>
                  </a:lnTo>
                  <a:cubicBezTo>
                    <a:pt x="1000" y="1873"/>
                    <a:pt x="802" y="2076"/>
                    <a:pt x="535" y="2076"/>
                  </a:cubicBezTo>
                  <a:lnTo>
                    <a:pt x="0" y="2076"/>
                  </a:lnTo>
                  <a:lnTo>
                    <a:pt x="0" y="4145"/>
                  </a:lnTo>
                  <a:lnTo>
                    <a:pt x="5145" y="4145"/>
                  </a:lnTo>
                  <a:lnTo>
                    <a:pt x="5145" y="2076"/>
                  </a:lnTo>
                  <a:lnTo>
                    <a:pt x="4610" y="2076"/>
                  </a:lnTo>
                  <a:cubicBezTo>
                    <a:pt x="4342" y="2076"/>
                    <a:pt x="4145" y="1873"/>
                    <a:pt x="4145" y="1541"/>
                  </a:cubicBezTo>
                  <a:lnTo>
                    <a:pt x="4145" y="1071"/>
                  </a:lnTo>
                  <a:lnTo>
                    <a:pt x="5145" y="1071"/>
                  </a:lnTo>
                  <a:lnTo>
                    <a:pt x="51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6"/>
            <p:cNvSpPr/>
            <p:nvPr/>
          </p:nvSpPr>
          <p:spPr>
            <a:xfrm>
              <a:off x="1292375" y="3711500"/>
              <a:ext cx="128625" cy="53500"/>
            </a:xfrm>
            <a:custGeom>
              <a:avLst/>
              <a:gdLst/>
              <a:ahLst/>
              <a:cxnLst/>
              <a:rect l="l" t="t" r="r" b="b"/>
              <a:pathLst>
                <a:path w="5145" h="2140" extrusionOk="0">
                  <a:moveTo>
                    <a:pt x="0" y="1"/>
                  </a:moveTo>
                  <a:lnTo>
                    <a:pt x="0" y="2140"/>
                  </a:lnTo>
                  <a:lnTo>
                    <a:pt x="5145" y="2140"/>
                  </a:lnTo>
                  <a:lnTo>
                    <a:pt x="51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6"/>
            <p:cNvSpPr/>
            <p:nvPr/>
          </p:nvSpPr>
          <p:spPr>
            <a:xfrm>
              <a:off x="1041700" y="3684775"/>
              <a:ext cx="98550" cy="80225"/>
            </a:xfrm>
            <a:custGeom>
              <a:avLst/>
              <a:gdLst/>
              <a:ahLst/>
              <a:cxnLst/>
              <a:rect l="l" t="t" r="r" b="b"/>
              <a:pathLst>
                <a:path w="3942" h="3209" extrusionOk="0">
                  <a:moveTo>
                    <a:pt x="535" y="0"/>
                  </a:moveTo>
                  <a:lnTo>
                    <a:pt x="0" y="867"/>
                  </a:lnTo>
                  <a:lnTo>
                    <a:pt x="3407" y="3209"/>
                  </a:lnTo>
                  <a:lnTo>
                    <a:pt x="3941" y="2337"/>
                  </a:lnTo>
                  <a:lnTo>
                    <a:pt x="2674" y="1471"/>
                  </a:lnTo>
                  <a:lnTo>
                    <a:pt x="3273" y="599"/>
                  </a:lnTo>
                  <a:lnTo>
                    <a:pt x="2407" y="0"/>
                  </a:lnTo>
                  <a:lnTo>
                    <a:pt x="1872" y="867"/>
                  </a:lnTo>
                  <a:lnTo>
                    <a:pt x="5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601C754F-E813-169F-BCD6-730C7AFA1DAE}"/>
              </a:ext>
            </a:extLst>
          </p:cNvPr>
          <p:cNvPicPr>
            <a:picLocks noChangeAspect="1"/>
          </p:cNvPicPr>
          <p:nvPr/>
        </p:nvPicPr>
        <p:blipFill>
          <a:blip r:embed="rId3"/>
          <a:stretch>
            <a:fillRect/>
          </a:stretch>
        </p:blipFill>
        <p:spPr>
          <a:xfrm>
            <a:off x="5065418" y="2616308"/>
            <a:ext cx="1204064" cy="167655"/>
          </a:xfrm>
          <a:prstGeom prst="rect">
            <a:avLst/>
          </a:prstGeom>
        </p:spPr>
      </p:pic>
      <p:pic>
        <p:nvPicPr>
          <p:cNvPr id="7" name="Picture 6">
            <a:extLst>
              <a:ext uri="{FF2B5EF4-FFF2-40B4-BE49-F238E27FC236}">
                <a16:creationId xmlns:a16="http://schemas.microsoft.com/office/drawing/2014/main" id="{35B882E5-8A7A-D1F1-6080-125799B1B00D}"/>
              </a:ext>
            </a:extLst>
          </p:cNvPr>
          <p:cNvPicPr>
            <a:picLocks noChangeAspect="1"/>
          </p:cNvPicPr>
          <p:nvPr/>
        </p:nvPicPr>
        <p:blipFill>
          <a:blip r:embed="rId4"/>
          <a:stretch>
            <a:fillRect/>
          </a:stretch>
        </p:blipFill>
        <p:spPr>
          <a:xfrm>
            <a:off x="3656546" y="2613427"/>
            <a:ext cx="1051651" cy="1676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37"/>
          <p:cNvSpPr txBox="1">
            <a:spLocks noGrp="1"/>
          </p:cNvSpPr>
          <p:nvPr>
            <p:ph type="subTitle" idx="2"/>
          </p:nvPr>
        </p:nvSpPr>
        <p:spPr>
          <a:xfrm>
            <a:off x="1397700" y="1722599"/>
            <a:ext cx="6859847" cy="1319325"/>
          </a:xfrm>
          <a:prstGeom prst="rect">
            <a:avLst/>
          </a:prstGeom>
        </p:spPr>
        <p:txBody>
          <a:bodyPr spcFirstLastPara="1" wrap="square" lIns="91425" tIns="91425" rIns="91425" bIns="91425" anchor="t" anchorCtr="0">
            <a:noAutofit/>
          </a:bodyPr>
          <a:lstStyle/>
          <a:p>
            <a:pPr marL="171450" lvl="0" indent="-171450">
              <a:buFont typeface="Arial" panose="020B0604020202020204" pitchFamily="34" charset="0"/>
              <a:buChar char="•"/>
            </a:pPr>
            <a:r>
              <a:rPr lang="en-US" dirty="0"/>
              <a:t>Centralized pipeline dynamically executes 15 concurrent predictions.</a:t>
            </a:r>
          </a:p>
          <a:p>
            <a:pPr marL="171450" lvl="0" indent="-171450">
              <a:buFont typeface="Arial" panose="020B0604020202020204" pitchFamily="34" charset="0"/>
              <a:buChar char="•"/>
            </a:pPr>
            <a:r>
              <a:rPr lang="en-CA" dirty="0"/>
              <a:t>Evaluated via precision metrics (Accuracy &amp; RMSE, Precision, F-1 Score and Recall ).</a:t>
            </a:r>
          </a:p>
          <a:p>
            <a:pPr marL="171450" lvl="0" indent="-171450">
              <a:buFont typeface="Arial" panose="020B0604020202020204" pitchFamily="34" charset="0"/>
              <a:buChar char="•"/>
            </a:pPr>
            <a:r>
              <a:rPr lang="en-US" dirty="0"/>
              <a:t>Automated persistence to                                     SQL table.</a:t>
            </a:r>
          </a:p>
          <a:p>
            <a:pPr marL="171450" lvl="0" indent="-171450">
              <a:buFont typeface="Arial" panose="020B0604020202020204" pitchFamily="34" charset="0"/>
              <a:buChar char="•"/>
            </a:pPr>
            <a:endParaRPr dirty="0"/>
          </a:p>
        </p:txBody>
      </p:sp>
      <p:sp>
        <p:nvSpPr>
          <p:cNvPr id="674" name="Google Shape;674;p37"/>
          <p:cNvSpPr txBox="1">
            <a:spLocks noGrp="1"/>
          </p:cNvSpPr>
          <p:nvPr>
            <p:ph type="subTitle" idx="3"/>
          </p:nvPr>
        </p:nvSpPr>
        <p:spPr>
          <a:xfrm>
            <a:off x="8303270" y="1722600"/>
            <a:ext cx="45719" cy="102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75" name="Google Shape;675;p37"/>
          <p:cNvSpPr txBox="1">
            <a:spLocks noGrp="1"/>
          </p:cNvSpPr>
          <p:nvPr>
            <p:ph type="subTitle" idx="4"/>
          </p:nvPr>
        </p:nvSpPr>
        <p:spPr>
          <a:xfrm>
            <a:off x="1397700" y="2927464"/>
            <a:ext cx="6722687" cy="1571261"/>
          </a:xfrm>
          <a:prstGeom prst="rect">
            <a:avLst/>
          </a:prstGeom>
        </p:spPr>
        <p:txBody>
          <a:bodyPr spcFirstLastPara="1" wrap="square" lIns="91425" tIns="91425" rIns="91425" bIns="91425" anchor="t" anchorCtr="0">
            <a:noAutofit/>
          </a:bodyPr>
          <a:lstStyle/>
          <a:p>
            <a:pPr marL="171450" lvl="0" indent="-171450">
              <a:buFont typeface="Arial" panose="020B0604020202020204" pitchFamily="34" charset="0"/>
              <a:buChar char="•"/>
            </a:pPr>
            <a:r>
              <a:rPr lang="en-US" dirty="0"/>
              <a:t>This brings us to the live engine. </a:t>
            </a:r>
          </a:p>
          <a:p>
            <a:pPr marL="171450" lvl="0" indent="-171450">
              <a:buFont typeface="Arial" panose="020B0604020202020204" pitchFamily="34" charset="0"/>
              <a:buChar char="•"/>
            </a:pPr>
            <a:r>
              <a:rPr lang="en-US" dirty="0"/>
              <a:t>You will see our baseline Accuracy, RMSE, Precision,F-1 Score and Recall metrics from our VS Code terminal. </a:t>
            </a:r>
          </a:p>
          <a:p>
            <a:pPr marL="171450" lvl="0" indent="-171450">
              <a:buFont typeface="Arial" panose="020B0604020202020204" pitchFamily="34" charset="0"/>
              <a:buChar char="•"/>
            </a:pPr>
            <a:r>
              <a:rPr lang="en-US" dirty="0"/>
              <a:t>Running it through the Python engine in real-time will extract the data, run all 15 models, output a comprehensive risk profile, and instantly archive the findings back into our SQL database.</a:t>
            </a:r>
            <a:endParaRPr dirty="0"/>
          </a:p>
        </p:txBody>
      </p:sp>
      <p:sp>
        <p:nvSpPr>
          <p:cNvPr id="676" name="Google Shape;676;p37"/>
          <p:cNvSpPr txBox="1">
            <a:spLocks noGrp="1"/>
          </p:cNvSpPr>
          <p:nvPr>
            <p:ph type="subTitle" idx="5"/>
          </p:nvPr>
        </p:nvSpPr>
        <p:spPr>
          <a:xfrm>
            <a:off x="8303270" y="3470925"/>
            <a:ext cx="45719" cy="102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77" name="Google Shape;677;p37"/>
          <p:cNvSpPr txBox="1">
            <a:spLocks noGrp="1"/>
          </p:cNvSpPr>
          <p:nvPr>
            <p:ph type="title"/>
          </p:nvPr>
        </p:nvSpPr>
        <p:spPr>
          <a:xfrm>
            <a:off x="1397700" y="244388"/>
            <a:ext cx="6622968" cy="900824"/>
          </a:xfrm>
          <a:prstGeom prst="rect">
            <a:avLst/>
          </a:prstGeom>
        </p:spPr>
        <p:txBody>
          <a:bodyPr spcFirstLastPara="1" wrap="square" lIns="91425" tIns="91425" rIns="91425" bIns="91425" anchor="t" anchorCtr="0">
            <a:noAutofit/>
          </a:bodyPr>
          <a:lstStyle/>
          <a:p>
            <a:pPr lvl="0" algn="ctr"/>
            <a:r>
              <a:rPr lang="en-US" dirty="0"/>
              <a:t>LIVE AI INFERENCE &amp; STRESS TEST</a:t>
            </a:r>
            <a:br>
              <a:rPr lang="en-US" dirty="0"/>
            </a:br>
            <a:r>
              <a:rPr lang="en-CA" sz="2400" dirty="0"/>
              <a:t>Real-Time Console Execution</a:t>
            </a:r>
            <a:endParaRPr sz="2400" dirty="0"/>
          </a:p>
        </p:txBody>
      </p:sp>
      <p:sp>
        <p:nvSpPr>
          <p:cNvPr id="678" name="Google Shape;678;p37"/>
          <p:cNvSpPr txBox="1">
            <a:spLocks noGrp="1"/>
          </p:cNvSpPr>
          <p:nvPr>
            <p:ph type="subTitle" idx="1"/>
          </p:nvPr>
        </p:nvSpPr>
        <p:spPr>
          <a:xfrm>
            <a:off x="1397700" y="1293700"/>
            <a:ext cx="2967000" cy="42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Study design</a:t>
            </a:r>
            <a:endParaRPr/>
          </a:p>
        </p:txBody>
      </p:sp>
      <p:sp>
        <p:nvSpPr>
          <p:cNvPr id="679" name="Google Shape;679;p37"/>
          <p:cNvSpPr txBox="1">
            <a:spLocks noGrp="1"/>
          </p:cNvSpPr>
          <p:nvPr>
            <p:ph type="subTitle" idx="6"/>
          </p:nvPr>
        </p:nvSpPr>
        <p:spPr>
          <a:xfrm flipH="1">
            <a:off x="476980" y="2498464"/>
            <a:ext cx="3243827" cy="42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680" name="Google Shape;680;p37"/>
          <p:cNvSpPr txBox="1">
            <a:spLocks noGrp="1"/>
          </p:cNvSpPr>
          <p:nvPr>
            <p:ph type="subTitle" idx="7"/>
          </p:nvPr>
        </p:nvSpPr>
        <p:spPr>
          <a:xfrm>
            <a:off x="8303268" y="1293700"/>
            <a:ext cx="45719" cy="42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681" name="Google Shape;681;p37"/>
          <p:cNvSpPr txBox="1">
            <a:spLocks noGrp="1"/>
          </p:cNvSpPr>
          <p:nvPr>
            <p:ph type="subTitle" idx="8"/>
          </p:nvPr>
        </p:nvSpPr>
        <p:spPr>
          <a:xfrm>
            <a:off x="8112042" y="3041925"/>
            <a:ext cx="236945" cy="42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682" name="Google Shape;682;p37"/>
          <p:cNvSpPr/>
          <p:nvPr/>
        </p:nvSpPr>
        <p:spPr>
          <a:xfrm>
            <a:off x="795000" y="1293688"/>
            <a:ext cx="526500" cy="526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0" name="Google Shape;690;p37"/>
          <p:cNvGrpSpPr/>
          <p:nvPr/>
        </p:nvGrpSpPr>
        <p:grpSpPr>
          <a:xfrm>
            <a:off x="939131" y="1406514"/>
            <a:ext cx="238239" cy="300854"/>
            <a:chOff x="1049975" y="4000550"/>
            <a:chExt cx="349375" cy="441200"/>
          </a:xfrm>
        </p:grpSpPr>
        <p:sp>
          <p:nvSpPr>
            <p:cNvPr id="691" name="Google Shape;691;p37"/>
            <p:cNvSpPr/>
            <p:nvPr/>
          </p:nvSpPr>
          <p:spPr>
            <a:xfrm>
              <a:off x="1049975" y="4059100"/>
              <a:ext cx="349375" cy="382650"/>
            </a:xfrm>
            <a:custGeom>
              <a:avLst/>
              <a:gdLst/>
              <a:ahLst/>
              <a:cxnLst/>
              <a:rect l="l" t="t" r="r" b="b"/>
              <a:pathLst>
                <a:path w="13975" h="15306" extrusionOk="0">
                  <a:moveTo>
                    <a:pt x="5685" y="1"/>
                  </a:moveTo>
                  <a:cubicBezTo>
                    <a:pt x="3680" y="466"/>
                    <a:pt x="1872" y="2006"/>
                    <a:pt x="1070" y="3942"/>
                  </a:cubicBezTo>
                  <a:cubicBezTo>
                    <a:pt x="1" y="6418"/>
                    <a:pt x="605" y="9423"/>
                    <a:pt x="2477" y="11231"/>
                  </a:cubicBezTo>
                  <a:cubicBezTo>
                    <a:pt x="3209" y="12033"/>
                    <a:pt x="4145" y="12568"/>
                    <a:pt x="5215" y="12900"/>
                  </a:cubicBezTo>
                  <a:lnTo>
                    <a:pt x="4814" y="14236"/>
                  </a:lnTo>
                  <a:lnTo>
                    <a:pt x="2610" y="14236"/>
                  </a:lnTo>
                  <a:lnTo>
                    <a:pt x="2610" y="15306"/>
                  </a:lnTo>
                  <a:lnTo>
                    <a:pt x="11899" y="15306"/>
                  </a:lnTo>
                  <a:lnTo>
                    <a:pt x="11899" y="14236"/>
                  </a:lnTo>
                  <a:lnTo>
                    <a:pt x="9696" y="14236"/>
                  </a:lnTo>
                  <a:lnTo>
                    <a:pt x="9226" y="12900"/>
                  </a:lnTo>
                  <a:cubicBezTo>
                    <a:pt x="9429" y="12900"/>
                    <a:pt x="9627" y="12766"/>
                    <a:pt x="9830" y="12702"/>
                  </a:cubicBezTo>
                  <a:cubicBezTo>
                    <a:pt x="11434" y="12097"/>
                    <a:pt x="12771" y="10760"/>
                    <a:pt x="13440" y="9092"/>
                  </a:cubicBezTo>
                  <a:lnTo>
                    <a:pt x="13974" y="9092"/>
                  </a:lnTo>
                  <a:lnTo>
                    <a:pt x="13974" y="8087"/>
                  </a:lnTo>
                  <a:lnTo>
                    <a:pt x="6755" y="8087"/>
                  </a:lnTo>
                  <a:lnTo>
                    <a:pt x="6755" y="9092"/>
                  </a:lnTo>
                  <a:lnTo>
                    <a:pt x="9760" y="9092"/>
                  </a:lnTo>
                  <a:cubicBezTo>
                    <a:pt x="9493" y="9359"/>
                    <a:pt x="9092" y="9691"/>
                    <a:pt x="8627" y="9894"/>
                  </a:cubicBezTo>
                  <a:cubicBezTo>
                    <a:pt x="8221" y="10065"/>
                    <a:pt x="7775" y="10147"/>
                    <a:pt x="7322" y="10147"/>
                  </a:cubicBezTo>
                  <a:cubicBezTo>
                    <a:pt x="6357" y="10147"/>
                    <a:pt x="5365" y="9773"/>
                    <a:pt x="4680" y="9092"/>
                  </a:cubicBezTo>
                  <a:cubicBezTo>
                    <a:pt x="3680" y="8087"/>
                    <a:pt x="3343" y="6482"/>
                    <a:pt x="3878" y="5145"/>
                  </a:cubicBezTo>
                  <a:cubicBezTo>
                    <a:pt x="4279" y="4279"/>
                    <a:pt x="4883" y="3611"/>
                    <a:pt x="5685" y="3274"/>
                  </a:cubicBezTo>
                  <a:lnTo>
                    <a:pt x="568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7"/>
            <p:cNvSpPr/>
            <p:nvPr/>
          </p:nvSpPr>
          <p:spPr>
            <a:xfrm>
              <a:off x="1218825" y="4000550"/>
              <a:ext cx="128650" cy="234000"/>
            </a:xfrm>
            <a:custGeom>
              <a:avLst/>
              <a:gdLst/>
              <a:ahLst/>
              <a:cxnLst/>
              <a:rect l="l" t="t" r="r" b="b"/>
              <a:pathLst>
                <a:path w="5146" h="9360" extrusionOk="0">
                  <a:moveTo>
                    <a:pt x="1" y="1"/>
                  </a:moveTo>
                  <a:lnTo>
                    <a:pt x="1" y="7289"/>
                  </a:lnTo>
                  <a:lnTo>
                    <a:pt x="1001" y="7289"/>
                  </a:lnTo>
                  <a:lnTo>
                    <a:pt x="1001" y="9359"/>
                  </a:lnTo>
                  <a:lnTo>
                    <a:pt x="4076" y="9359"/>
                  </a:lnTo>
                  <a:lnTo>
                    <a:pt x="4076" y="7289"/>
                  </a:lnTo>
                  <a:lnTo>
                    <a:pt x="5145" y="7289"/>
                  </a:lnTo>
                  <a:lnTo>
                    <a:pt x="51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B3A9280C-764E-F87C-D1E4-99392C8AF849}"/>
              </a:ext>
            </a:extLst>
          </p:cNvPr>
          <p:cNvPicPr>
            <a:picLocks noChangeAspect="1"/>
          </p:cNvPicPr>
          <p:nvPr/>
        </p:nvPicPr>
        <p:blipFill>
          <a:blip r:embed="rId3"/>
          <a:stretch>
            <a:fillRect/>
          </a:stretch>
        </p:blipFill>
        <p:spPr>
          <a:xfrm>
            <a:off x="3595013" y="2191744"/>
            <a:ext cx="1539373" cy="1905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40"/>
          <p:cNvSpPr txBox="1">
            <a:spLocks noGrp="1"/>
          </p:cNvSpPr>
          <p:nvPr>
            <p:ph type="subTitle" idx="1"/>
          </p:nvPr>
        </p:nvSpPr>
        <p:spPr>
          <a:xfrm>
            <a:off x="3036822" y="2192800"/>
            <a:ext cx="6017967" cy="2891800"/>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en-CA" sz="1200" b="1" dirty="0"/>
              <a:t>Data Dependency:</a:t>
            </a:r>
            <a:r>
              <a:rPr lang="en-CA" sz="1200" dirty="0"/>
              <a:t> </a:t>
            </a:r>
            <a:r>
              <a:rPr lang="en" sz="1200" dirty="0"/>
              <a:t>                         degrades with low                       </a:t>
            </a:r>
          </a:p>
          <a:p>
            <a:pPr marL="285750" lvl="0" indent="-285750">
              <a:buFont typeface="Arial" panose="020B0604020202020204" pitchFamily="34" charset="0"/>
              <a:buChar char="•"/>
            </a:pPr>
            <a:r>
              <a:rPr lang="en-US" sz="1200" b="1" dirty="0"/>
              <a:t>Systemic Bias:</a:t>
            </a:r>
            <a:r>
              <a:rPr lang="en-US" sz="1200" dirty="0"/>
              <a:t> Risks of utilizing             or </a:t>
            </a:r>
          </a:p>
          <a:p>
            <a:pPr marL="285750" lvl="0" indent="-285750">
              <a:buFont typeface="Arial" panose="020B0604020202020204" pitchFamily="34" charset="0"/>
              <a:buChar char="•"/>
            </a:pPr>
            <a:r>
              <a:rPr lang="en-US" sz="1200" b="1" dirty="0"/>
              <a:t>False Negatives:</a:t>
            </a:r>
            <a:r>
              <a:rPr lang="en-US" sz="1200" dirty="0"/>
              <a:t> The severe cost of under-predicting emergency risks.</a:t>
            </a:r>
            <a:endParaRPr lang="en-US" dirty="0"/>
          </a:p>
          <a:p>
            <a:pPr marL="285750" lvl="0" indent="-285750">
              <a:buFont typeface="Arial" panose="020B0604020202020204" pitchFamily="34" charset="0"/>
              <a:buChar char="•"/>
            </a:pPr>
            <a:r>
              <a:rPr lang="en-US" sz="1200" dirty="0"/>
              <a:t>We must critically evaluate AI in a clinical setting. </a:t>
            </a:r>
          </a:p>
          <a:p>
            <a:pPr marL="285750" lvl="0" indent="-285750">
              <a:buFont typeface="Arial" panose="020B0604020202020204" pitchFamily="34" charset="0"/>
              <a:buChar char="•"/>
            </a:pPr>
            <a:r>
              <a:rPr lang="en-US" sz="1200" dirty="0"/>
              <a:t>First, data dependency: our engineered                           is useless if a patient only has two readings. The model requires historical volume to be trusted.</a:t>
            </a:r>
          </a:p>
          <a:p>
            <a:pPr marL="285750" lvl="0" indent="-285750">
              <a:buFont typeface="Arial" panose="020B0604020202020204" pitchFamily="34" charset="0"/>
              <a:buChar char="•"/>
            </a:pPr>
            <a:r>
              <a:rPr lang="en-US" sz="1200" dirty="0"/>
              <a:t>Second, ethics: utilizing 'Region' or 'Gender' as primary features risks systemic bias, leading to aggressive prevention strategies based on demographics rather than an individual's actual health. </a:t>
            </a:r>
          </a:p>
          <a:p>
            <a:pPr marL="285750" lvl="0" indent="-285750">
              <a:buFont typeface="Arial" panose="020B0604020202020204" pitchFamily="34" charset="0"/>
              <a:buChar char="•"/>
            </a:pPr>
            <a:r>
              <a:rPr lang="en-US" sz="1200" dirty="0"/>
              <a:t>Finally, in our Emergency Visit Risk model, a 'False Negative' means sending an at-risk patient home. We must tune our models for high recall to prevent catastrophic clinical misses</a:t>
            </a:r>
            <a:endParaRPr sz="1200" dirty="0"/>
          </a:p>
        </p:txBody>
      </p:sp>
      <p:sp>
        <p:nvSpPr>
          <p:cNvPr id="867" name="Google Shape;867;p40"/>
          <p:cNvSpPr txBox="1">
            <a:spLocks noGrp="1"/>
          </p:cNvSpPr>
          <p:nvPr>
            <p:ph type="title"/>
          </p:nvPr>
        </p:nvSpPr>
        <p:spPr>
          <a:xfrm>
            <a:off x="3652447" y="1134956"/>
            <a:ext cx="4588089" cy="785500"/>
          </a:xfrm>
          <a:prstGeom prst="rect">
            <a:avLst/>
          </a:prstGeom>
        </p:spPr>
        <p:txBody>
          <a:bodyPr spcFirstLastPara="1" wrap="square" lIns="91425" tIns="91425" rIns="91425" bIns="91425" anchor="ctr" anchorCtr="0">
            <a:noAutofit/>
          </a:bodyPr>
          <a:lstStyle/>
          <a:p>
            <a:r>
              <a:rPr lang="en-CA" sz="2000" dirty="0"/>
              <a:t>Model Reliability &amp; Ethical Implementation</a:t>
            </a:r>
            <a:endParaRPr sz="2000" dirty="0"/>
          </a:p>
        </p:txBody>
      </p:sp>
      <p:grpSp>
        <p:nvGrpSpPr>
          <p:cNvPr id="868" name="Google Shape;868;p40"/>
          <p:cNvGrpSpPr/>
          <p:nvPr/>
        </p:nvGrpSpPr>
        <p:grpSpPr>
          <a:xfrm>
            <a:off x="-183359" y="1106921"/>
            <a:ext cx="3596750" cy="4020350"/>
            <a:chOff x="745475" y="1583675"/>
            <a:chExt cx="3596750" cy="4020350"/>
          </a:xfrm>
        </p:grpSpPr>
        <p:sp>
          <p:nvSpPr>
            <p:cNvPr id="869" name="Google Shape;869;p40"/>
            <p:cNvSpPr/>
            <p:nvPr/>
          </p:nvSpPr>
          <p:spPr>
            <a:xfrm rot="478952" flipH="1">
              <a:off x="1450664" y="2524964"/>
              <a:ext cx="1364541" cy="1574709"/>
            </a:xfrm>
            <a:custGeom>
              <a:avLst/>
              <a:gdLst/>
              <a:ahLst/>
              <a:cxnLst/>
              <a:rect l="l" t="t" r="r" b="b"/>
              <a:pathLst>
                <a:path w="155324" h="209390" extrusionOk="0">
                  <a:moveTo>
                    <a:pt x="102936" y="1"/>
                  </a:moveTo>
                  <a:cubicBezTo>
                    <a:pt x="74021" y="1"/>
                    <a:pt x="65935" y="47933"/>
                    <a:pt x="65868" y="60467"/>
                  </a:cubicBezTo>
                  <a:cubicBezTo>
                    <a:pt x="65796" y="68284"/>
                    <a:pt x="65498" y="76691"/>
                    <a:pt x="61700" y="84657"/>
                  </a:cubicBezTo>
                  <a:cubicBezTo>
                    <a:pt x="61700" y="84806"/>
                    <a:pt x="61629" y="84955"/>
                    <a:pt x="61551" y="85027"/>
                  </a:cubicBezTo>
                  <a:cubicBezTo>
                    <a:pt x="58354" y="91576"/>
                    <a:pt x="52698" y="97756"/>
                    <a:pt x="42946" y="102965"/>
                  </a:cubicBezTo>
                  <a:cubicBezTo>
                    <a:pt x="1" y="125512"/>
                    <a:pt x="31860" y="172101"/>
                    <a:pt x="31860" y="172101"/>
                  </a:cubicBezTo>
                  <a:cubicBezTo>
                    <a:pt x="32157" y="172327"/>
                    <a:pt x="61777" y="209390"/>
                    <a:pt x="61777" y="209390"/>
                  </a:cubicBezTo>
                  <a:cubicBezTo>
                    <a:pt x="61700" y="206484"/>
                    <a:pt x="59765" y="198673"/>
                    <a:pt x="65421" y="191528"/>
                  </a:cubicBezTo>
                  <a:cubicBezTo>
                    <a:pt x="70035" y="185723"/>
                    <a:pt x="68547" y="177310"/>
                    <a:pt x="75394" y="170315"/>
                  </a:cubicBezTo>
                  <a:cubicBezTo>
                    <a:pt x="75989" y="169648"/>
                    <a:pt x="76584" y="169053"/>
                    <a:pt x="77180" y="168457"/>
                  </a:cubicBezTo>
                  <a:cubicBezTo>
                    <a:pt x="78966" y="166671"/>
                    <a:pt x="80752" y="164807"/>
                    <a:pt x="82538" y="163021"/>
                  </a:cubicBezTo>
                  <a:cubicBezTo>
                    <a:pt x="88867" y="156847"/>
                    <a:pt x="95565" y="150596"/>
                    <a:pt x="102186" y="144791"/>
                  </a:cubicBezTo>
                  <a:cubicBezTo>
                    <a:pt x="103454" y="143671"/>
                    <a:pt x="104645" y="142630"/>
                    <a:pt x="105907" y="141516"/>
                  </a:cubicBezTo>
                  <a:cubicBezTo>
                    <a:pt x="107991" y="139801"/>
                    <a:pt x="110074" y="138015"/>
                    <a:pt x="112087" y="136378"/>
                  </a:cubicBezTo>
                  <a:lnTo>
                    <a:pt x="112236" y="136229"/>
                  </a:lnTo>
                  <a:cubicBezTo>
                    <a:pt x="112754" y="135783"/>
                    <a:pt x="113349" y="135336"/>
                    <a:pt x="113873" y="134967"/>
                  </a:cubicBezTo>
                  <a:cubicBezTo>
                    <a:pt x="115361" y="133699"/>
                    <a:pt x="116850" y="132508"/>
                    <a:pt x="118338" y="131395"/>
                  </a:cubicBezTo>
                  <a:cubicBezTo>
                    <a:pt x="120124" y="130055"/>
                    <a:pt x="121911" y="128716"/>
                    <a:pt x="123619" y="127447"/>
                  </a:cubicBezTo>
                  <a:cubicBezTo>
                    <a:pt x="124292" y="126929"/>
                    <a:pt x="125036" y="126405"/>
                    <a:pt x="125781" y="125959"/>
                  </a:cubicBezTo>
                  <a:cubicBezTo>
                    <a:pt x="127864" y="124399"/>
                    <a:pt x="129948" y="123059"/>
                    <a:pt x="131883" y="121869"/>
                  </a:cubicBezTo>
                  <a:cubicBezTo>
                    <a:pt x="132550" y="121422"/>
                    <a:pt x="133145" y="121047"/>
                    <a:pt x="133741" y="120678"/>
                  </a:cubicBezTo>
                  <a:lnTo>
                    <a:pt x="134187" y="120452"/>
                  </a:lnTo>
                  <a:cubicBezTo>
                    <a:pt x="134634" y="120231"/>
                    <a:pt x="135009" y="119934"/>
                    <a:pt x="135455" y="119707"/>
                  </a:cubicBezTo>
                  <a:cubicBezTo>
                    <a:pt x="136348" y="118517"/>
                    <a:pt x="138653" y="116957"/>
                    <a:pt x="140218" y="115391"/>
                  </a:cubicBezTo>
                  <a:lnTo>
                    <a:pt x="140218" y="115391"/>
                  </a:lnTo>
                  <a:cubicBezTo>
                    <a:pt x="140141" y="115617"/>
                    <a:pt x="140070" y="115766"/>
                    <a:pt x="139992" y="115915"/>
                  </a:cubicBezTo>
                  <a:cubicBezTo>
                    <a:pt x="139772" y="116361"/>
                    <a:pt x="139546" y="116808"/>
                    <a:pt x="139325" y="117177"/>
                  </a:cubicBezTo>
                  <a:cubicBezTo>
                    <a:pt x="139623" y="116957"/>
                    <a:pt x="139992" y="116659"/>
                    <a:pt x="140290" y="116361"/>
                  </a:cubicBezTo>
                  <a:cubicBezTo>
                    <a:pt x="140665" y="116064"/>
                    <a:pt x="141034" y="115689"/>
                    <a:pt x="141332" y="115319"/>
                  </a:cubicBezTo>
                  <a:cubicBezTo>
                    <a:pt x="142153" y="114575"/>
                    <a:pt x="142898" y="113682"/>
                    <a:pt x="143564" y="112789"/>
                  </a:cubicBezTo>
                  <a:cubicBezTo>
                    <a:pt x="143940" y="112414"/>
                    <a:pt x="144237" y="111967"/>
                    <a:pt x="144535" y="111521"/>
                  </a:cubicBezTo>
                  <a:cubicBezTo>
                    <a:pt x="144904" y="110926"/>
                    <a:pt x="145351" y="110330"/>
                    <a:pt x="145726" y="109663"/>
                  </a:cubicBezTo>
                  <a:cubicBezTo>
                    <a:pt x="147434" y="106984"/>
                    <a:pt x="148851" y="103858"/>
                    <a:pt x="150042" y="100506"/>
                  </a:cubicBezTo>
                  <a:cubicBezTo>
                    <a:pt x="152721" y="92993"/>
                    <a:pt x="154281" y="84133"/>
                    <a:pt x="154954" y="74834"/>
                  </a:cubicBezTo>
                  <a:cubicBezTo>
                    <a:pt x="155252" y="70142"/>
                    <a:pt x="155323" y="65379"/>
                    <a:pt x="155252" y="60616"/>
                  </a:cubicBezTo>
                  <a:lnTo>
                    <a:pt x="155252" y="60318"/>
                  </a:lnTo>
                  <a:cubicBezTo>
                    <a:pt x="155174" y="57937"/>
                    <a:pt x="155026" y="55555"/>
                    <a:pt x="154877" y="53251"/>
                  </a:cubicBezTo>
                  <a:cubicBezTo>
                    <a:pt x="154430" y="46029"/>
                    <a:pt x="153466" y="39111"/>
                    <a:pt x="152197" y="32931"/>
                  </a:cubicBezTo>
                  <a:cubicBezTo>
                    <a:pt x="151453" y="29358"/>
                    <a:pt x="150638" y="26012"/>
                    <a:pt x="149667" y="23036"/>
                  </a:cubicBezTo>
                  <a:lnTo>
                    <a:pt x="149221" y="21696"/>
                  </a:lnTo>
                  <a:cubicBezTo>
                    <a:pt x="146916" y="14849"/>
                    <a:pt x="143940" y="10157"/>
                    <a:pt x="141034" y="7776"/>
                  </a:cubicBezTo>
                  <a:cubicBezTo>
                    <a:pt x="136158" y="3751"/>
                    <a:pt x="130015" y="2785"/>
                    <a:pt x="125241" y="2785"/>
                  </a:cubicBezTo>
                  <a:cubicBezTo>
                    <a:pt x="120834" y="2785"/>
                    <a:pt x="117594" y="3608"/>
                    <a:pt x="117594" y="3608"/>
                  </a:cubicBezTo>
                  <a:cubicBezTo>
                    <a:pt x="112198" y="1106"/>
                    <a:pt x="107327" y="1"/>
                    <a:pt x="102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0"/>
            <p:cNvSpPr/>
            <p:nvPr/>
          </p:nvSpPr>
          <p:spPr>
            <a:xfrm>
              <a:off x="1054226" y="2966013"/>
              <a:ext cx="84919" cy="84919"/>
            </a:xfrm>
            <a:custGeom>
              <a:avLst/>
              <a:gdLst/>
              <a:ahLst/>
              <a:cxnLst/>
              <a:rect l="l" t="t" r="r" b="b"/>
              <a:pathLst>
                <a:path w="6409" h="6409" extrusionOk="0">
                  <a:moveTo>
                    <a:pt x="3206" y="1"/>
                  </a:moveTo>
                  <a:cubicBezTo>
                    <a:pt x="1462" y="1"/>
                    <a:pt x="0" y="1462"/>
                    <a:pt x="0" y="3203"/>
                  </a:cubicBezTo>
                  <a:cubicBezTo>
                    <a:pt x="0" y="4947"/>
                    <a:pt x="1462" y="6409"/>
                    <a:pt x="3206" y="6409"/>
                  </a:cubicBezTo>
                  <a:cubicBezTo>
                    <a:pt x="4947" y="6409"/>
                    <a:pt x="6408" y="4947"/>
                    <a:pt x="6408" y="3203"/>
                  </a:cubicBezTo>
                  <a:cubicBezTo>
                    <a:pt x="6408" y="1462"/>
                    <a:pt x="4947" y="1"/>
                    <a:pt x="32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0"/>
            <p:cNvSpPr/>
            <p:nvPr/>
          </p:nvSpPr>
          <p:spPr>
            <a:xfrm>
              <a:off x="2728225" y="1583675"/>
              <a:ext cx="1022200" cy="2580250"/>
            </a:xfrm>
            <a:custGeom>
              <a:avLst/>
              <a:gdLst/>
              <a:ahLst/>
              <a:cxnLst/>
              <a:rect l="l" t="t" r="r" b="b"/>
              <a:pathLst>
                <a:path w="40888" h="103210" extrusionOk="0">
                  <a:moveTo>
                    <a:pt x="13385" y="0"/>
                  </a:moveTo>
                  <a:cubicBezTo>
                    <a:pt x="13072" y="0"/>
                    <a:pt x="12758" y="159"/>
                    <a:pt x="12603" y="473"/>
                  </a:cubicBezTo>
                  <a:cubicBezTo>
                    <a:pt x="10876" y="4183"/>
                    <a:pt x="9048" y="6642"/>
                    <a:pt x="5647" y="6642"/>
                  </a:cubicBezTo>
                  <a:cubicBezTo>
                    <a:pt x="4079" y="6642"/>
                    <a:pt x="2928" y="6119"/>
                    <a:pt x="2355" y="5178"/>
                  </a:cubicBezTo>
                  <a:cubicBezTo>
                    <a:pt x="1833" y="4287"/>
                    <a:pt x="1883" y="3191"/>
                    <a:pt x="2460" y="2146"/>
                  </a:cubicBezTo>
                  <a:cubicBezTo>
                    <a:pt x="2629" y="1807"/>
                    <a:pt x="1668" y="1195"/>
                    <a:pt x="1184" y="1195"/>
                  </a:cubicBezTo>
                  <a:cubicBezTo>
                    <a:pt x="1069" y="1195"/>
                    <a:pt x="982" y="1229"/>
                    <a:pt x="942" y="1309"/>
                  </a:cubicBezTo>
                  <a:cubicBezTo>
                    <a:pt x="55" y="2878"/>
                    <a:pt x="0" y="4655"/>
                    <a:pt x="837" y="6065"/>
                  </a:cubicBezTo>
                  <a:cubicBezTo>
                    <a:pt x="1728" y="7583"/>
                    <a:pt x="3451" y="8420"/>
                    <a:pt x="5647" y="8420"/>
                  </a:cubicBezTo>
                  <a:cubicBezTo>
                    <a:pt x="9989" y="8420"/>
                    <a:pt x="12235" y="5283"/>
                    <a:pt x="13963" y="1727"/>
                  </a:cubicBezTo>
                  <a:lnTo>
                    <a:pt x="19032" y="1727"/>
                  </a:lnTo>
                  <a:lnTo>
                    <a:pt x="19032" y="103209"/>
                  </a:lnTo>
                  <a:lnTo>
                    <a:pt x="21855" y="103209"/>
                  </a:lnTo>
                  <a:lnTo>
                    <a:pt x="21855" y="1727"/>
                  </a:lnTo>
                  <a:lnTo>
                    <a:pt x="26929" y="1727"/>
                  </a:lnTo>
                  <a:cubicBezTo>
                    <a:pt x="28652" y="5283"/>
                    <a:pt x="30848" y="8420"/>
                    <a:pt x="35240" y="8420"/>
                  </a:cubicBezTo>
                  <a:cubicBezTo>
                    <a:pt x="37436" y="8420"/>
                    <a:pt x="39164" y="7583"/>
                    <a:pt x="40051" y="6065"/>
                  </a:cubicBezTo>
                  <a:cubicBezTo>
                    <a:pt x="40887" y="4655"/>
                    <a:pt x="40837" y="2878"/>
                    <a:pt x="39946" y="1309"/>
                  </a:cubicBezTo>
                  <a:cubicBezTo>
                    <a:pt x="39906" y="1229"/>
                    <a:pt x="39816" y="1195"/>
                    <a:pt x="39700" y="1195"/>
                  </a:cubicBezTo>
                  <a:cubicBezTo>
                    <a:pt x="39204" y="1195"/>
                    <a:pt x="38219" y="1807"/>
                    <a:pt x="38432" y="2146"/>
                  </a:cubicBezTo>
                  <a:cubicBezTo>
                    <a:pt x="39005" y="3191"/>
                    <a:pt x="39059" y="4287"/>
                    <a:pt x="38536" y="5178"/>
                  </a:cubicBezTo>
                  <a:cubicBezTo>
                    <a:pt x="37959" y="6119"/>
                    <a:pt x="36809" y="6642"/>
                    <a:pt x="35240" y="6642"/>
                  </a:cubicBezTo>
                  <a:cubicBezTo>
                    <a:pt x="31844" y="6642"/>
                    <a:pt x="30012" y="4183"/>
                    <a:pt x="28289" y="473"/>
                  </a:cubicBezTo>
                  <a:cubicBezTo>
                    <a:pt x="28130" y="159"/>
                    <a:pt x="27816" y="0"/>
                    <a:pt x="275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0"/>
            <p:cNvSpPr/>
            <p:nvPr/>
          </p:nvSpPr>
          <p:spPr>
            <a:xfrm>
              <a:off x="3330850" y="2571850"/>
              <a:ext cx="286250" cy="302000"/>
            </a:xfrm>
            <a:custGeom>
              <a:avLst/>
              <a:gdLst/>
              <a:ahLst/>
              <a:cxnLst/>
              <a:rect l="l" t="t" r="r" b="b"/>
              <a:pathLst>
                <a:path w="11450" h="12080" extrusionOk="0">
                  <a:moveTo>
                    <a:pt x="10612" y="0"/>
                  </a:moveTo>
                  <a:cubicBezTo>
                    <a:pt x="10612" y="54"/>
                    <a:pt x="10562" y="5597"/>
                    <a:pt x="6953" y="6642"/>
                  </a:cubicBezTo>
                  <a:cubicBezTo>
                    <a:pt x="2615" y="7897"/>
                    <a:pt x="1" y="8784"/>
                    <a:pt x="1" y="12080"/>
                  </a:cubicBezTo>
                  <a:lnTo>
                    <a:pt x="837" y="12080"/>
                  </a:lnTo>
                  <a:cubicBezTo>
                    <a:pt x="837" y="9570"/>
                    <a:pt x="2720" y="8784"/>
                    <a:pt x="7216" y="7479"/>
                  </a:cubicBezTo>
                  <a:cubicBezTo>
                    <a:pt x="11399" y="6274"/>
                    <a:pt x="11449" y="264"/>
                    <a:pt x="114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0"/>
            <p:cNvSpPr/>
            <p:nvPr/>
          </p:nvSpPr>
          <p:spPr>
            <a:xfrm>
              <a:off x="3597500" y="1740525"/>
              <a:ext cx="22200" cy="169950"/>
            </a:xfrm>
            <a:custGeom>
              <a:avLst/>
              <a:gdLst/>
              <a:ahLst/>
              <a:cxnLst/>
              <a:rect l="l" t="t" r="r" b="b"/>
              <a:pathLst>
                <a:path w="888" h="6798" extrusionOk="0">
                  <a:moveTo>
                    <a:pt x="469" y="0"/>
                  </a:moveTo>
                  <a:cubicBezTo>
                    <a:pt x="210" y="0"/>
                    <a:pt x="1" y="159"/>
                    <a:pt x="1" y="418"/>
                  </a:cubicBezTo>
                  <a:lnTo>
                    <a:pt x="1" y="6329"/>
                  </a:lnTo>
                  <a:cubicBezTo>
                    <a:pt x="1" y="6588"/>
                    <a:pt x="210" y="6797"/>
                    <a:pt x="469" y="6797"/>
                  </a:cubicBezTo>
                  <a:cubicBezTo>
                    <a:pt x="678" y="6797"/>
                    <a:pt x="888" y="6588"/>
                    <a:pt x="888" y="6329"/>
                  </a:cubicBezTo>
                  <a:lnTo>
                    <a:pt x="888" y="418"/>
                  </a:lnTo>
                  <a:cubicBezTo>
                    <a:pt x="888" y="159"/>
                    <a:pt x="678" y="0"/>
                    <a:pt x="4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0"/>
            <p:cNvSpPr/>
            <p:nvPr/>
          </p:nvSpPr>
          <p:spPr>
            <a:xfrm>
              <a:off x="3572625" y="2472500"/>
              <a:ext cx="69350" cy="104600"/>
            </a:xfrm>
            <a:custGeom>
              <a:avLst/>
              <a:gdLst/>
              <a:ahLst/>
              <a:cxnLst/>
              <a:rect l="l" t="t" r="r" b="b"/>
              <a:pathLst>
                <a:path w="2774" h="4184" extrusionOk="0">
                  <a:moveTo>
                    <a:pt x="0" y="0"/>
                  </a:moveTo>
                  <a:lnTo>
                    <a:pt x="682" y="4183"/>
                  </a:lnTo>
                  <a:lnTo>
                    <a:pt x="2042" y="4183"/>
                  </a:lnTo>
                  <a:lnTo>
                    <a:pt x="27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0"/>
            <p:cNvSpPr/>
            <p:nvPr/>
          </p:nvSpPr>
          <p:spPr>
            <a:xfrm>
              <a:off x="3384400" y="1883050"/>
              <a:ext cx="444450" cy="605150"/>
            </a:xfrm>
            <a:custGeom>
              <a:avLst/>
              <a:gdLst/>
              <a:ahLst/>
              <a:cxnLst/>
              <a:rect l="l" t="t" r="r" b="b"/>
              <a:pathLst>
                <a:path w="17778" h="24206" extrusionOk="0">
                  <a:moveTo>
                    <a:pt x="3087" y="0"/>
                  </a:moveTo>
                  <a:cubicBezTo>
                    <a:pt x="1414" y="0"/>
                    <a:pt x="0" y="1360"/>
                    <a:pt x="0" y="3033"/>
                  </a:cubicBezTo>
                  <a:lnTo>
                    <a:pt x="0" y="21173"/>
                  </a:lnTo>
                  <a:cubicBezTo>
                    <a:pt x="0" y="22846"/>
                    <a:pt x="1414" y="24206"/>
                    <a:pt x="3087" y="24206"/>
                  </a:cubicBezTo>
                  <a:lnTo>
                    <a:pt x="14694" y="24206"/>
                  </a:lnTo>
                  <a:cubicBezTo>
                    <a:pt x="16368" y="24206"/>
                    <a:pt x="17777" y="22846"/>
                    <a:pt x="17777" y="21173"/>
                  </a:cubicBezTo>
                  <a:lnTo>
                    <a:pt x="17777" y="3033"/>
                  </a:lnTo>
                  <a:cubicBezTo>
                    <a:pt x="17777" y="1360"/>
                    <a:pt x="16368" y="0"/>
                    <a:pt x="14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0"/>
            <p:cNvSpPr/>
            <p:nvPr/>
          </p:nvSpPr>
          <p:spPr>
            <a:xfrm>
              <a:off x="3384400" y="2127309"/>
              <a:ext cx="444450" cy="370330"/>
            </a:xfrm>
            <a:custGeom>
              <a:avLst/>
              <a:gdLst/>
              <a:ahLst/>
              <a:cxnLst/>
              <a:rect l="l" t="t" r="r" b="b"/>
              <a:pathLst>
                <a:path w="17778" h="14483" extrusionOk="0">
                  <a:moveTo>
                    <a:pt x="12367" y="0"/>
                  </a:moveTo>
                  <a:cubicBezTo>
                    <a:pt x="11209" y="0"/>
                    <a:pt x="10146" y="27"/>
                    <a:pt x="9412" y="107"/>
                  </a:cubicBezTo>
                  <a:cubicBezTo>
                    <a:pt x="8633" y="201"/>
                    <a:pt x="7150" y="232"/>
                    <a:pt x="5527" y="232"/>
                  </a:cubicBezTo>
                  <a:cubicBezTo>
                    <a:pt x="3555" y="232"/>
                    <a:pt x="1377" y="187"/>
                    <a:pt x="0" y="157"/>
                  </a:cubicBezTo>
                  <a:lnTo>
                    <a:pt x="0" y="11450"/>
                  </a:lnTo>
                  <a:cubicBezTo>
                    <a:pt x="0" y="13123"/>
                    <a:pt x="1414" y="14483"/>
                    <a:pt x="3087" y="14483"/>
                  </a:cubicBezTo>
                  <a:lnTo>
                    <a:pt x="14694" y="14483"/>
                  </a:lnTo>
                  <a:cubicBezTo>
                    <a:pt x="16368" y="14483"/>
                    <a:pt x="17777" y="13123"/>
                    <a:pt x="17777" y="11450"/>
                  </a:cubicBezTo>
                  <a:lnTo>
                    <a:pt x="17777" y="107"/>
                  </a:lnTo>
                  <a:cubicBezTo>
                    <a:pt x="16413" y="73"/>
                    <a:pt x="14264" y="0"/>
                    <a:pt x="123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0"/>
            <p:cNvSpPr/>
            <p:nvPr/>
          </p:nvSpPr>
          <p:spPr>
            <a:xfrm>
              <a:off x="3508625" y="2041150"/>
              <a:ext cx="199950" cy="251000"/>
            </a:xfrm>
            <a:custGeom>
              <a:avLst/>
              <a:gdLst/>
              <a:ahLst/>
              <a:cxnLst/>
              <a:rect l="l" t="t" r="r" b="b"/>
              <a:pathLst>
                <a:path w="7998" h="10040" extrusionOk="0">
                  <a:moveTo>
                    <a:pt x="0" y="1"/>
                  </a:moveTo>
                  <a:lnTo>
                    <a:pt x="0" y="10039"/>
                  </a:lnTo>
                  <a:lnTo>
                    <a:pt x="7998" y="10039"/>
                  </a:lnTo>
                  <a:lnTo>
                    <a:pt x="799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0"/>
            <p:cNvSpPr/>
            <p:nvPr/>
          </p:nvSpPr>
          <p:spPr>
            <a:xfrm>
              <a:off x="3538625" y="2105250"/>
              <a:ext cx="141200" cy="9125"/>
            </a:xfrm>
            <a:custGeom>
              <a:avLst/>
              <a:gdLst/>
              <a:ahLst/>
              <a:cxnLst/>
              <a:rect l="l" t="t" r="r" b="b"/>
              <a:pathLst>
                <a:path w="5648" h="365" extrusionOk="0">
                  <a:moveTo>
                    <a:pt x="160" y="1"/>
                  </a:moveTo>
                  <a:cubicBezTo>
                    <a:pt x="55" y="1"/>
                    <a:pt x="1" y="105"/>
                    <a:pt x="1" y="155"/>
                  </a:cubicBezTo>
                  <a:cubicBezTo>
                    <a:pt x="1" y="260"/>
                    <a:pt x="55" y="364"/>
                    <a:pt x="160" y="364"/>
                  </a:cubicBezTo>
                  <a:lnTo>
                    <a:pt x="5439" y="364"/>
                  </a:lnTo>
                  <a:cubicBezTo>
                    <a:pt x="5543" y="364"/>
                    <a:pt x="5648" y="260"/>
                    <a:pt x="5648" y="155"/>
                  </a:cubicBezTo>
                  <a:cubicBezTo>
                    <a:pt x="5648" y="105"/>
                    <a:pt x="5543" y="1"/>
                    <a:pt x="5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0"/>
            <p:cNvSpPr/>
            <p:nvPr/>
          </p:nvSpPr>
          <p:spPr>
            <a:xfrm>
              <a:off x="3538625" y="2145725"/>
              <a:ext cx="141200" cy="7875"/>
            </a:xfrm>
            <a:custGeom>
              <a:avLst/>
              <a:gdLst/>
              <a:ahLst/>
              <a:cxnLst/>
              <a:rect l="l" t="t" r="r" b="b"/>
              <a:pathLst>
                <a:path w="5648" h="315" extrusionOk="0">
                  <a:moveTo>
                    <a:pt x="160" y="0"/>
                  </a:moveTo>
                  <a:cubicBezTo>
                    <a:pt x="55" y="0"/>
                    <a:pt x="1" y="55"/>
                    <a:pt x="1" y="159"/>
                  </a:cubicBezTo>
                  <a:cubicBezTo>
                    <a:pt x="1" y="264"/>
                    <a:pt x="55" y="314"/>
                    <a:pt x="160" y="314"/>
                  </a:cubicBezTo>
                  <a:lnTo>
                    <a:pt x="5439" y="314"/>
                  </a:lnTo>
                  <a:cubicBezTo>
                    <a:pt x="5543" y="314"/>
                    <a:pt x="5648" y="264"/>
                    <a:pt x="5648" y="159"/>
                  </a:cubicBezTo>
                  <a:cubicBezTo>
                    <a:pt x="5648" y="55"/>
                    <a:pt x="5543" y="0"/>
                    <a:pt x="5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0"/>
            <p:cNvSpPr/>
            <p:nvPr/>
          </p:nvSpPr>
          <p:spPr>
            <a:xfrm>
              <a:off x="3538625" y="2184925"/>
              <a:ext cx="141200" cy="7875"/>
            </a:xfrm>
            <a:custGeom>
              <a:avLst/>
              <a:gdLst/>
              <a:ahLst/>
              <a:cxnLst/>
              <a:rect l="l" t="t" r="r" b="b"/>
              <a:pathLst>
                <a:path w="5648" h="315" extrusionOk="0">
                  <a:moveTo>
                    <a:pt x="160" y="1"/>
                  </a:moveTo>
                  <a:cubicBezTo>
                    <a:pt x="55" y="1"/>
                    <a:pt x="1" y="55"/>
                    <a:pt x="1" y="160"/>
                  </a:cubicBezTo>
                  <a:cubicBezTo>
                    <a:pt x="1" y="264"/>
                    <a:pt x="55" y="315"/>
                    <a:pt x="160" y="315"/>
                  </a:cubicBezTo>
                  <a:lnTo>
                    <a:pt x="5439" y="315"/>
                  </a:lnTo>
                  <a:cubicBezTo>
                    <a:pt x="5543" y="315"/>
                    <a:pt x="5648" y="264"/>
                    <a:pt x="5648" y="160"/>
                  </a:cubicBezTo>
                  <a:cubicBezTo>
                    <a:pt x="5648" y="55"/>
                    <a:pt x="5543" y="1"/>
                    <a:pt x="54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0"/>
            <p:cNvSpPr/>
            <p:nvPr/>
          </p:nvSpPr>
          <p:spPr>
            <a:xfrm>
              <a:off x="3538625" y="2224150"/>
              <a:ext cx="141200" cy="9225"/>
            </a:xfrm>
            <a:custGeom>
              <a:avLst/>
              <a:gdLst/>
              <a:ahLst/>
              <a:cxnLst/>
              <a:rect l="l" t="t" r="r" b="b"/>
              <a:pathLst>
                <a:path w="5648" h="369" extrusionOk="0">
                  <a:moveTo>
                    <a:pt x="160" y="0"/>
                  </a:moveTo>
                  <a:cubicBezTo>
                    <a:pt x="55" y="0"/>
                    <a:pt x="1" y="105"/>
                    <a:pt x="1" y="210"/>
                  </a:cubicBezTo>
                  <a:cubicBezTo>
                    <a:pt x="1" y="264"/>
                    <a:pt x="55" y="368"/>
                    <a:pt x="160" y="368"/>
                  </a:cubicBezTo>
                  <a:lnTo>
                    <a:pt x="5439" y="368"/>
                  </a:lnTo>
                  <a:cubicBezTo>
                    <a:pt x="5543" y="368"/>
                    <a:pt x="5648" y="264"/>
                    <a:pt x="5648" y="210"/>
                  </a:cubicBezTo>
                  <a:cubicBezTo>
                    <a:pt x="5648" y="105"/>
                    <a:pt x="5543" y="0"/>
                    <a:pt x="5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0"/>
            <p:cNvSpPr/>
            <p:nvPr/>
          </p:nvSpPr>
          <p:spPr>
            <a:xfrm>
              <a:off x="2827575" y="2574450"/>
              <a:ext cx="322925" cy="299400"/>
            </a:xfrm>
            <a:custGeom>
              <a:avLst/>
              <a:gdLst/>
              <a:ahLst/>
              <a:cxnLst/>
              <a:rect l="l" t="t" r="r" b="b"/>
              <a:pathLst>
                <a:path w="12917" h="11976" extrusionOk="0">
                  <a:moveTo>
                    <a:pt x="1360" y="1"/>
                  </a:moveTo>
                  <a:cubicBezTo>
                    <a:pt x="1309" y="210"/>
                    <a:pt x="0" y="5229"/>
                    <a:pt x="2041" y="7061"/>
                  </a:cubicBezTo>
                  <a:cubicBezTo>
                    <a:pt x="2514" y="7534"/>
                    <a:pt x="3136" y="7755"/>
                    <a:pt x="3890" y="7755"/>
                  </a:cubicBezTo>
                  <a:cubicBezTo>
                    <a:pt x="4470" y="7755"/>
                    <a:pt x="5128" y="7624"/>
                    <a:pt x="5856" y="7375"/>
                  </a:cubicBezTo>
                  <a:cubicBezTo>
                    <a:pt x="6833" y="7015"/>
                    <a:pt x="7722" y="6832"/>
                    <a:pt x="8498" y="6832"/>
                  </a:cubicBezTo>
                  <a:cubicBezTo>
                    <a:pt x="9299" y="6832"/>
                    <a:pt x="9980" y="7027"/>
                    <a:pt x="10511" y="7425"/>
                  </a:cubicBezTo>
                  <a:cubicBezTo>
                    <a:pt x="11557" y="8157"/>
                    <a:pt x="12026" y="9725"/>
                    <a:pt x="11975" y="11921"/>
                  </a:cubicBezTo>
                  <a:lnTo>
                    <a:pt x="12812" y="11976"/>
                  </a:lnTo>
                  <a:cubicBezTo>
                    <a:pt x="12917" y="9412"/>
                    <a:pt x="12339" y="7634"/>
                    <a:pt x="11034" y="6693"/>
                  </a:cubicBezTo>
                  <a:cubicBezTo>
                    <a:pt x="10342" y="6195"/>
                    <a:pt x="9489" y="5947"/>
                    <a:pt x="8499" y="5947"/>
                  </a:cubicBezTo>
                  <a:cubicBezTo>
                    <a:pt x="7617" y="5947"/>
                    <a:pt x="6626" y="6144"/>
                    <a:pt x="5542" y="6538"/>
                  </a:cubicBezTo>
                  <a:cubicBezTo>
                    <a:pt x="4923" y="6761"/>
                    <a:pt x="4373" y="6877"/>
                    <a:pt x="3899" y="6877"/>
                  </a:cubicBezTo>
                  <a:cubicBezTo>
                    <a:pt x="3375" y="6877"/>
                    <a:pt x="2944" y="6735"/>
                    <a:pt x="2614" y="6434"/>
                  </a:cubicBezTo>
                  <a:cubicBezTo>
                    <a:pt x="1255" y="5179"/>
                    <a:pt x="1882" y="1310"/>
                    <a:pt x="22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0"/>
            <p:cNvSpPr/>
            <p:nvPr/>
          </p:nvSpPr>
          <p:spPr>
            <a:xfrm>
              <a:off x="2858925" y="1740525"/>
              <a:ext cx="22300" cy="169950"/>
            </a:xfrm>
            <a:custGeom>
              <a:avLst/>
              <a:gdLst/>
              <a:ahLst/>
              <a:cxnLst/>
              <a:rect l="l" t="t" r="r" b="b"/>
              <a:pathLst>
                <a:path w="892" h="6798" extrusionOk="0">
                  <a:moveTo>
                    <a:pt x="419" y="0"/>
                  </a:moveTo>
                  <a:cubicBezTo>
                    <a:pt x="210" y="0"/>
                    <a:pt x="1" y="159"/>
                    <a:pt x="1" y="418"/>
                  </a:cubicBezTo>
                  <a:lnTo>
                    <a:pt x="1" y="6329"/>
                  </a:lnTo>
                  <a:cubicBezTo>
                    <a:pt x="1" y="6588"/>
                    <a:pt x="210" y="6797"/>
                    <a:pt x="419" y="6797"/>
                  </a:cubicBezTo>
                  <a:cubicBezTo>
                    <a:pt x="683" y="6797"/>
                    <a:pt x="892" y="6588"/>
                    <a:pt x="892" y="6329"/>
                  </a:cubicBezTo>
                  <a:lnTo>
                    <a:pt x="892" y="418"/>
                  </a:lnTo>
                  <a:cubicBezTo>
                    <a:pt x="892" y="159"/>
                    <a:pt x="683" y="0"/>
                    <a:pt x="4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0"/>
            <p:cNvSpPr/>
            <p:nvPr/>
          </p:nvSpPr>
          <p:spPr>
            <a:xfrm>
              <a:off x="2836775" y="2472500"/>
              <a:ext cx="69250" cy="104600"/>
            </a:xfrm>
            <a:custGeom>
              <a:avLst/>
              <a:gdLst/>
              <a:ahLst/>
              <a:cxnLst/>
              <a:rect l="l" t="t" r="r" b="b"/>
              <a:pathLst>
                <a:path w="2770" h="4184" extrusionOk="0">
                  <a:moveTo>
                    <a:pt x="0" y="0"/>
                  </a:moveTo>
                  <a:lnTo>
                    <a:pt x="732" y="4183"/>
                  </a:lnTo>
                  <a:lnTo>
                    <a:pt x="2092" y="4183"/>
                  </a:lnTo>
                  <a:lnTo>
                    <a:pt x="276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0"/>
            <p:cNvSpPr/>
            <p:nvPr/>
          </p:nvSpPr>
          <p:spPr>
            <a:xfrm>
              <a:off x="2649800" y="1883050"/>
              <a:ext cx="443175" cy="605150"/>
            </a:xfrm>
            <a:custGeom>
              <a:avLst/>
              <a:gdLst/>
              <a:ahLst/>
              <a:cxnLst/>
              <a:rect l="l" t="t" r="r" b="b"/>
              <a:pathLst>
                <a:path w="17727" h="24206" extrusionOk="0">
                  <a:moveTo>
                    <a:pt x="3087" y="0"/>
                  </a:moveTo>
                  <a:cubicBezTo>
                    <a:pt x="1360" y="0"/>
                    <a:pt x="0" y="1360"/>
                    <a:pt x="0" y="3033"/>
                  </a:cubicBezTo>
                  <a:lnTo>
                    <a:pt x="0" y="21173"/>
                  </a:lnTo>
                  <a:cubicBezTo>
                    <a:pt x="0" y="22846"/>
                    <a:pt x="1360" y="24206"/>
                    <a:pt x="3087" y="24206"/>
                  </a:cubicBezTo>
                  <a:lnTo>
                    <a:pt x="14694" y="24206"/>
                  </a:lnTo>
                  <a:cubicBezTo>
                    <a:pt x="16368" y="24206"/>
                    <a:pt x="17727" y="22846"/>
                    <a:pt x="17727" y="21173"/>
                  </a:cubicBezTo>
                  <a:lnTo>
                    <a:pt x="17727" y="3033"/>
                  </a:lnTo>
                  <a:cubicBezTo>
                    <a:pt x="17727" y="1360"/>
                    <a:pt x="16368" y="0"/>
                    <a:pt x="146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0"/>
            <p:cNvSpPr/>
            <p:nvPr/>
          </p:nvSpPr>
          <p:spPr>
            <a:xfrm>
              <a:off x="2649800" y="2074100"/>
              <a:ext cx="443175" cy="423541"/>
            </a:xfrm>
            <a:custGeom>
              <a:avLst/>
              <a:gdLst/>
              <a:ahLst/>
              <a:cxnLst/>
              <a:rect l="l" t="t" r="r" b="b"/>
              <a:pathLst>
                <a:path w="17727" h="16564" extrusionOk="0">
                  <a:moveTo>
                    <a:pt x="4965" y="1"/>
                  </a:moveTo>
                  <a:cubicBezTo>
                    <a:pt x="3171" y="1"/>
                    <a:pt x="1233" y="65"/>
                    <a:pt x="0" y="96"/>
                  </a:cubicBezTo>
                  <a:lnTo>
                    <a:pt x="0" y="13531"/>
                  </a:lnTo>
                  <a:cubicBezTo>
                    <a:pt x="0" y="15204"/>
                    <a:pt x="1360" y="16564"/>
                    <a:pt x="3087" y="16564"/>
                  </a:cubicBezTo>
                  <a:lnTo>
                    <a:pt x="14694" y="16564"/>
                  </a:lnTo>
                  <a:cubicBezTo>
                    <a:pt x="16368" y="16564"/>
                    <a:pt x="17727" y="15204"/>
                    <a:pt x="17727" y="13531"/>
                  </a:cubicBezTo>
                  <a:lnTo>
                    <a:pt x="17727" y="147"/>
                  </a:lnTo>
                  <a:cubicBezTo>
                    <a:pt x="16307" y="207"/>
                    <a:pt x="13982" y="267"/>
                    <a:pt x="11938" y="267"/>
                  </a:cubicBezTo>
                  <a:cubicBezTo>
                    <a:pt x="10442" y="267"/>
                    <a:pt x="9096" y="235"/>
                    <a:pt x="8366" y="147"/>
                  </a:cubicBezTo>
                  <a:cubicBezTo>
                    <a:pt x="7543" y="36"/>
                    <a:pt x="6294" y="1"/>
                    <a:pt x="4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0"/>
            <p:cNvSpPr/>
            <p:nvPr/>
          </p:nvSpPr>
          <p:spPr>
            <a:xfrm>
              <a:off x="2770050" y="2041150"/>
              <a:ext cx="200075" cy="251000"/>
            </a:xfrm>
            <a:custGeom>
              <a:avLst/>
              <a:gdLst/>
              <a:ahLst/>
              <a:cxnLst/>
              <a:rect l="l" t="t" r="r" b="b"/>
              <a:pathLst>
                <a:path w="8003" h="10040" extrusionOk="0">
                  <a:moveTo>
                    <a:pt x="1" y="1"/>
                  </a:moveTo>
                  <a:lnTo>
                    <a:pt x="1" y="10039"/>
                  </a:lnTo>
                  <a:lnTo>
                    <a:pt x="8002" y="10039"/>
                  </a:lnTo>
                  <a:lnTo>
                    <a:pt x="80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0"/>
            <p:cNvSpPr/>
            <p:nvPr/>
          </p:nvSpPr>
          <p:spPr>
            <a:xfrm>
              <a:off x="2798800" y="2105250"/>
              <a:ext cx="141200" cy="9125"/>
            </a:xfrm>
            <a:custGeom>
              <a:avLst/>
              <a:gdLst/>
              <a:ahLst/>
              <a:cxnLst/>
              <a:rect l="l" t="t" r="r" b="b"/>
              <a:pathLst>
                <a:path w="5648" h="365" extrusionOk="0">
                  <a:moveTo>
                    <a:pt x="160" y="1"/>
                  </a:moveTo>
                  <a:cubicBezTo>
                    <a:pt x="105" y="1"/>
                    <a:pt x="1" y="105"/>
                    <a:pt x="1" y="155"/>
                  </a:cubicBezTo>
                  <a:cubicBezTo>
                    <a:pt x="1" y="260"/>
                    <a:pt x="105" y="364"/>
                    <a:pt x="160" y="364"/>
                  </a:cubicBezTo>
                  <a:lnTo>
                    <a:pt x="5493" y="364"/>
                  </a:lnTo>
                  <a:cubicBezTo>
                    <a:pt x="5597" y="364"/>
                    <a:pt x="5648" y="260"/>
                    <a:pt x="5648" y="155"/>
                  </a:cubicBezTo>
                  <a:cubicBezTo>
                    <a:pt x="5648" y="105"/>
                    <a:pt x="5597" y="1"/>
                    <a:pt x="54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0"/>
            <p:cNvSpPr/>
            <p:nvPr/>
          </p:nvSpPr>
          <p:spPr>
            <a:xfrm>
              <a:off x="2798800" y="2145725"/>
              <a:ext cx="141200" cy="7875"/>
            </a:xfrm>
            <a:custGeom>
              <a:avLst/>
              <a:gdLst/>
              <a:ahLst/>
              <a:cxnLst/>
              <a:rect l="l" t="t" r="r" b="b"/>
              <a:pathLst>
                <a:path w="5648" h="315" extrusionOk="0">
                  <a:moveTo>
                    <a:pt x="160" y="0"/>
                  </a:moveTo>
                  <a:cubicBezTo>
                    <a:pt x="105" y="0"/>
                    <a:pt x="1" y="55"/>
                    <a:pt x="1" y="159"/>
                  </a:cubicBezTo>
                  <a:cubicBezTo>
                    <a:pt x="1" y="264"/>
                    <a:pt x="105" y="314"/>
                    <a:pt x="160" y="314"/>
                  </a:cubicBezTo>
                  <a:lnTo>
                    <a:pt x="5493" y="314"/>
                  </a:lnTo>
                  <a:cubicBezTo>
                    <a:pt x="5597" y="314"/>
                    <a:pt x="5648" y="264"/>
                    <a:pt x="5648" y="159"/>
                  </a:cubicBezTo>
                  <a:cubicBezTo>
                    <a:pt x="5648" y="55"/>
                    <a:pt x="5597" y="0"/>
                    <a:pt x="5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0"/>
            <p:cNvSpPr/>
            <p:nvPr/>
          </p:nvSpPr>
          <p:spPr>
            <a:xfrm>
              <a:off x="2798800" y="2184925"/>
              <a:ext cx="141200" cy="7875"/>
            </a:xfrm>
            <a:custGeom>
              <a:avLst/>
              <a:gdLst/>
              <a:ahLst/>
              <a:cxnLst/>
              <a:rect l="l" t="t" r="r" b="b"/>
              <a:pathLst>
                <a:path w="5648" h="315" extrusionOk="0">
                  <a:moveTo>
                    <a:pt x="160" y="1"/>
                  </a:moveTo>
                  <a:cubicBezTo>
                    <a:pt x="105" y="1"/>
                    <a:pt x="1" y="55"/>
                    <a:pt x="1" y="160"/>
                  </a:cubicBezTo>
                  <a:cubicBezTo>
                    <a:pt x="1" y="264"/>
                    <a:pt x="105" y="315"/>
                    <a:pt x="160" y="315"/>
                  </a:cubicBezTo>
                  <a:lnTo>
                    <a:pt x="5493" y="315"/>
                  </a:lnTo>
                  <a:cubicBezTo>
                    <a:pt x="5597" y="315"/>
                    <a:pt x="5648" y="264"/>
                    <a:pt x="5648" y="160"/>
                  </a:cubicBezTo>
                  <a:cubicBezTo>
                    <a:pt x="5648" y="55"/>
                    <a:pt x="5597" y="1"/>
                    <a:pt x="54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0"/>
            <p:cNvSpPr/>
            <p:nvPr/>
          </p:nvSpPr>
          <p:spPr>
            <a:xfrm>
              <a:off x="2798800" y="2224150"/>
              <a:ext cx="141200" cy="9225"/>
            </a:xfrm>
            <a:custGeom>
              <a:avLst/>
              <a:gdLst/>
              <a:ahLst/>
              <a:cxnLst/>
              <a:rect l="l" t="t" r="r" b="b"/>
              <a:pathLst>
                <a:path w="5648" h="369" extrusionOk="0">
                  <a:moveTo>
                    <a:pt x="160" y="0"/>
                  </a:moveTo>
                  <a:cubicBezTo>
                    <a:pt x="105" y="0"/>
                    <a:pt x="1" y="105"/>
                    <a:pt x="1" y="210"/>
                  </a:cubicBezTo>
                  <a:cubicBezTo>
                    <a:pt x="1" y="264"/>
                    <a:pt x="105" y="368"/>
                    <a:pt x="160" y="368"/>
                  </a:cubicBezTo>
                  <a:lnTo>
                    <a:pt x="5493" y="368"/>
                  </a:lnTo>
                  <a:cubicBezTo>
                    <a:pt x="5597" y="368"/>
                    <a:pt x="5648" y="264"/>
                    <a:pt x="5648" y="210"/>
                  </a:cubicBezTo>
                  <a:cubicBezTo>
                    <a:pt x="5648" y="105"/>
                    <a:pt x="5597" y="0"/>
                    <a:pt x="5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0"/>
            <p:cNvSpPr/>
            <p:nvPr/>
          </p:nvSpPr>
          <p:spPr>
            <a:xfrm>
              <a:off x="2834150" y="2854175"/>
              <a:ext cx="815675" cy="867950"/>
            </a:xfrm>
            <a:custGeom>
              <a:avLst/>
              <a:gdLst/>
              <a:ahLst/>
              <a:cxnLst/>
              <a:rect l="l" t="t" r="r" b="b"/>
              <a:pathLst>
                <a:path w="32627" h="34718" extrusionOk="0">
                  <a:moveTo>
                    <a:pt x="887" y="0"/>
                  </a:moveTo>
                  <a:cubicBezTo>
                    <a:pt x="419" y="0"/>
                    <a:pt x="1" y="419"/>
                    <a:pt x="1" y="891"/>
                  </a:cubicBezTo>
                  <a:lnTo>
                    <a:pt x="1" y="33831"/>
                  </a:lnTo>
                  <a:cubicBezTo>
                    <a:pt x="1" y="34299"/>
                    <a:pt x="419" y="34717"/>
                    <a:pt x="887" y="34717"/>
                  </a:cubicBezTo>
                  <a:lnTo>
                    <a:pt x="31735" y="34717"/>
                  </a:lnTo>
                  <a:cubicBezTo>
                    <a:pt x="32258" y="34717"/>
                    <a:pt x="32626" y="34299"/>
                    <a:pt x="32626" y="33831"/>
                  </a:cubicBezTo>
                  <a:lnTo>
                    <a:pt x="32626" y="891"/>
                  </a:lnTo>
                  <a:cubicBezTo>
                    <a:pt x="32626" y="419"/>
                    <a:pt x="32258" y="0"/>
                    <a:pt x="317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0"/>
            <p:cNvSpPr/>
            <p:nvPr/>
          </p:nvSpPr>
          <p:spPr>
            <a:xfrm>
              <a:off x="2904750" y="2920900"/>
              <a:ext cx="674475" cy="74475"/>
            </a:xfrm>
            <a:custGeom>
              <a:avLst/>
              <a:gdLst/>
              <a:ahLst/>
              <a:cxnLst/>
              <a:rect l="l" t="t" r="r" b="b"/>
              <a:pathLst>
                <a:path w="26979" h="2979" extrusionOk="0">
                  <a:moveTo>
                    <a:pt x="0" y="0"/>
                  </a:moveTo>
                  <a:lnTo>
                    <a:pt x="0" y="2978"/>
                  </a:lnTo>
                  <a:lnTo>
                    <a:pt x="26979" y="2978"/>
                  </a:lnTo>
                  <a:lnTo>
                    <a:pt x="269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0"/>
            <p:cNvSpPr/>
            <p:nvPr/>
          </p:nvSpPr>
          <p:spPr>
            <a:xfrm>
              <a:off x="3428850" y="3516925"/>
              <a:ext cx="31375" cy="31400"/>
            </a:xfrm>
            <a:custGeom>
              <a:avLst/>
              <a:gdLst/>
              <a:ahLst/>
              <a:cxnLst/>
              <a:rect l="l" t="t" r="r" b="b"/>
              <a:pathLst>
                <a:path w="1255" h="1256" extrusionOk="0">
                  <a:moveTo>
                    <a:pt x="627" y="1"/>
                  </a:moveTo>
                  <a:cubicBezTo>
                    <a:pt x="314" y="1"/>
                    <a:pt x="0" y="314"/>
                    <a:pt x="0" y="628"/>
                  </a:cubicBezTo>
                  <a:cubicBezTo>
                    <a:pt x="0" y="992"/>
                    <a:pt x="314" y="1256"/>
                    <a:pt x="627" y="1256"/>
                  </a:cubicBezTo>
                  <a:cubicBezTo>
                    <a:pt x="996" y="1256"/>
                    <a:pt x="1255" y="992"/>
                    <a:pt x="1255" y="628"/>
                  </a:cubicBezTo>
                  <a:cubicBezTo>
                    <a:pt x="1255" y="314"/>
                    <a:pt x="996" y="1"/>
                    <a:pt x="6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0"/>
            <p:cNvSpPr/>
            <p:nvPr/>
          </p:nvSpPr>
          <p:spPr>
            <a:xfrm>
              <a:off x="3487700" y="3516925"/>
              <a:ext cx="31400" cy="31400"/>
            </a:xfrm>
            <a:custGeom>
              <a:avLst/>
              <a:gdLst/>
              <a:ahLst/>
              <a:cxnLst/>
              <a:rect l="l" t="t" r="r" b="b"/>
              <a:pathLst>
                <a:path w="1256" h="1256" extrusionOk="0">
                  <a:moveTo>
                    <a:pt x="628" y="1"/>
                  </a:moveTo>
                  <a:cubicBezTo>
                    <a:pt x="315" y="1"/>
                    <a:pt x="1" y="314"/>
                    <a:pt x="1" y="628"/>
                  </a:cubicBezTo>
                  <a:cubicBezTo>
                    <a:pt x="1" y="992"/>
                    <a:pt x="315" y="1256"/>
                    <a:pt x="628" y="1256"/>
                  </a:cubicBezTo>
                  <a:cubicBezTo>
                    <a:pt x="992" y="1256"/>
                    <a:pt x="1256" y="992"/>
                    <a:pt x="1256" y="628"/>
                  </a:cubicBezTo>
                  <a:cubicBezTo>
                    <a:pt x="1256" y="314"/>
                    <a:pt x="992" y="1"/>
                    <a:pt x="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0"/>
            <p:cNvSpPr/>
            <p:nvPr/>
          </p:nvSpPr>
          <p:spPr>
            <a:xfrm>
              <a:off x="3546475" y="3516925"/>
              <a:ext cx="31400" cy="31400"/>
            </a:xfrm>
            <a:custGeom>
              <a:avLst/>
              <a:gdLst/>
              <a:ahLst/>
              <a:cxnLst/>
              <a:rect l="l" t="t" r="r" b="b"/>
              <a:pathLst>
                <a:path w="1256" h="1256" extrusionOk="0">
                  <a:moveTo>
                    <a:pt x="628" y="1"/>
                  </a:moveTo>
                  <a:cubicBezTo>
                    <a:pt x="314" y="1"/>
                    <a:pt x="1" y="314"/>
                    <a:pt x="1" y="628"/>
                  </a:cubicBezTo>
                  <a:cubicBezTo>
                    <a:pt x="1" y="992"/>
                    <a:pt x="314" y="1256"/>
                    <a:pt x="628" y="1256"/>
                  </a:cubicBezTo>
                  <a:cubicBezTo>
                    <a:pt x="996" y="1256"/>
                    <a:pt x="1255" y="992"/>
                    <a:pt x="1255" y="628"/>
                  </a:cubicBezTo>
                  <a:cubicBezTo>
                    <a:pt x="1255" y="314"/>
                    <a:pt x="996" y="1"/>
                    <a:pt x="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0"/>
            <p:cNvSpPr/>
            <p:nvPr/>
          </p:nvSpPr>
          <p:spPr>
            <a:xfrm>
              <a:off x="3428850" y="3567850"/>
              <a:ext cx="31375" cy="31400"/>
            </a:xfrm>
            <a:custGeom>
              <a:avLst/>
              <a:gdLst/>
              <a:ahLst/>
              <a:cxnLst/>
              <a:rect l="l" t="t" r="r" b="b"/>
              <a:pathLst>
                <a:path w="1255" h="1256" extrusionOk="0">
                  <a:moveTo>
                    <a:pt x="627" y="1"/>
                  </a:moveTo>
                  <a:cubicBezTo>
                    <a:pt x="314" y="1"/>
                    <a:pt x="0" y="264"/>
                    <a:pt x="0" y="628"/>
                  </a:cubicBezTo>
                  <a:cubicBezTo>
                    <a:pt x="0" y="996"/>
                    <a:pt x="314" y="1256"/>
                    <a:pt x="627" y="1256"/>
                  </a:cubicBezTo>
                  <a:cubicBezTo>
                    <a:pt x="996" y="1256"/>
                    <a:pt x="1255" y="996"/>
                    <a:pt x="1255" y="628"/>
                  </a:cubicBezTo>
                  <a:cubicBezTo>
                    <a:pt x="1255" y="264"/>
                    <a:pt x="996" y="1"/>
                    <a:pt x="6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0"/>
            <p:cNvSpPr/>
            <p:nvPr/>
          </p:nvSpPr>
          <p:spPr>
            <a:xfrm>
              <a:off x="3487700" y="3567850"/>
              <a:ext cx="31400" cy="31400"/>
            </a:xfrm>
            <a:custGeom>
              <a:avLst/>
              <a:gdLst/>
              <a:ahLst/>
              <a:cxnLst/>
              <a:rect l="l" t="t" r="r" b="b"/>
              <a:pathLst>
                <a:path w="1256" h="1256" extrusionOk="0">
                  <a:moveTo>
                    <a:pt x="628" y="1"/>
                  </a:moveTo>
                  <a:cubicBezTo>
                    <a:pt x="315" y="1"/>
                    <a:pt x="1" y="264"/>
                    <a:pt x="1" y="628"/>
                  </a:cubicBezTo>
                  <a:cubicBezTo>
                    <a:pt x="1" y="996"/>
                    <a:pt x="315" y="1256"/>
                    <a:pt x="628" y="1256"/>
                  </a:cubicBezTo>
                  <a:cubicBezTo>
                    <a:pt x="992" y="1256"/>
                    <a:pt x="1256" y="996"/>
                    <a:pt x="1256" y="628"/>
                  </a:cubicBezTo>
                  <a:cubicBezTo>
                    <a:pt x="1256" y="264"/>
                    <a:pt x="992" y="1"/>
                    <a:pt x="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0"/>
            <p:cNvSpPr/>
            <p:nvPr/>
          </p:nvSpPr>
          <p:spPr>
            <a:xfrm>
              <a:off x="3546475" y="3567850"/>
              <a:ext cx="31400" cy="31400"/>
            </a:xfrm>
            <a:custGeom>
              <a:avLst/>
              <a:gdLst/>
              <a:ahLst/>
              <a:cxnLst/>
              <a:rect l="l" t="t" r="r" b="b"/>
              <a:pathLst>
                <a:path w="1256" h="1256" extrusionOk="0">
                  <a:moveTo>
                    <a:pt x="628" y="1"/>
                  </a:moveTo>
                  <a:cubicBezTo>
                    <a:pt x="314" y="1"/>
                    <a:pt x="1" y="264"/>
                    <a:pt x="1" y="628"/>
                  </a:cubicBezTo>
                  <a:cubicBezTo>
                    <a:pt x="1" y="996"/>
                    <a:pt x="314" y="1256"/>
                    <a:pt x="628" y="1256"/>
                  </a:cubicBezTo>
                  <a:cubicBezTo>
                    <a:pt x="996" y="1256"/>
                    <a:pt x="1255" y="996"/>
                    <a:pt x="1255" y="628"/>
                  </a:cubicBezTo>
                  <a:cubicBezTo>
                    <a:pt x="1255" y="264"/>
                    <a:pt x="996" y="1"/>
                    <a:pt x="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0"/>
            <p:cNvSpPr/>
            <p:nvPr/>
          </p:nvSpPr>
          <p:spPr>
            <a:xfrm>
              <a:off x="3428850" y="3618875"/>
              <a:ext cx="31375" cy="31400"/>
            </a:xfrm>
            <a:custGeom>
              <a:avLst/>
              <a:gdLst/>
              <a:ahLst/>
              <a:cxnLst/>
              <a:rect l="l" t="t" r="r" b="b"/>
              <a:pathLst>
                <a:path w="1255" h="1256" extrusionOk="0">
                  <a:moveTo>
                    <a:pt x="627" y="1"/>
                  </a:moveTo>
                  <a:cubicBezTo>
                    <a:pt x="314" y="1"/>
                    <a:pt x="0" y="260"/>
                    <a:pt x="0" y="628"/>
                  </a:cubicBezTo>
                  <a:cubicBezTo>
                    <a:pt x="0" y="942"/>
                    <a:pt x="314" y="1256"/>
                    <a:pt x="627" y="1256"/>
                  </a:cubicBezTo>
                  <a:cubicBezTo>
                    <a:pt x="996" y="1256"/>
                    <a:pt x="1255" y="942"/>
                    <a:pt x="1255" y="628"/>
                  </a:cubicBezTo>
                  <a:cubicBezTo>
                    <a:pt x="1255" y="260"/>
                    <a:pt x="996" y="1"/>
                    <a:pt x="6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0"/>
            <p:cNvSpPr/>
            <p:nvPr/>
          </p:nvSpPr>
          <p:spPr>
            <a:xfrm>
              <a:off x="3487700" y="3618875"/>
              <a:ext cx="31400" cy="31400"/>
            </a:xfrm>
            <a:custGeom>
              <a:avLst/>
              <a:gdLst/>
              <a:ahLst/>
              <a:cxnLst/>
              <a:rect l="l" t="t" r="r" b="b"/>
              <a:pathLst>
                <a:path w="1256" h="1256" extrusionOk="0">
                  <a:moveTo>
                    <a:pt x="628" y="1"/>
                  </a:moveTo>
                  <a:cubicBezTo>
                    <a:pt x="315" y="1"/>
                    <a:pt x="1" y="260"/>
                    <a:pt x="1" y="628"/>
                  </a:cubicBezTo>
                  <a:cubicBezTo>
                    <a:pt x="1" y="942"/>
                    <a:pt x="315" y="1256"/>
                    <a:pt x="628" y="1256"/>
                  </a:cubicBezTo>
                  <a:cubicBezTo>
                    <a:pt x="992" y="1256"/>
                    <a:pt x="1256" y="942"/>
                    <a:pt x="1256" y="628"/>
                  </a:cubicBezTo>
                  <a:cubicBezTo>
                    <a:pt x="1256" y="260"/>
                    <a:pt x="992" y="1"/>
                    <a:pt x="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0"/>
            <p:cNvSpPr/>
            <p:nvPr/>
          </p:nvSpPr>
          <p:spPr>
            <a:xfrm>
              <a:off x="3546475" y="3618875"/>
              <a:ext cx="31400" cy="31400"/>
            </a:xfrm>
            <a:custGeom>
              <a:avLst/>
              <a:gdLst/>
              <a:ahLst/>
              <a:cxnLst/>
              <a:rect l="l" t="t" r="r" b="b"/>
              <a:pathLst>
                <a:path w="1256" h="1256" extrusionOk="0">
                  <a:moveTo>
                    <a:pt x="628" y="1"/>
                  </a:moveTo>
                  <a:cubicBezTo>
                    <a:pt x="314" y="1"/>
                    <a:pt x="1" y="260"/>
                    <a:pt x="1" y="628"/>
                  </a:cubicBezTo>
                  <a:cubicBezTo>
                    <a:pt x="1" y="942"/>
                    <a:pt x="314" y="1256"/>
                    <a:pt x="628" y="1256"/>
                  </a:cubicBezTo>
                  <a:cubicBezTo>
                    <a:pt x="996" y="1256"/>
                    <a:pt x="1255" y="942"/>
                    <a:pt x="1255" y="628"/>
                  </a:cubicBezTo>
                  <a:cubicBezTo>
                    <a:pt x="1255" y="260"/>
                    <a:pt x="996" y="1"/>
                    <a:pt x="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0"/>
            <p:cNvSpPr/>
            <p:nvPr/>
          </p:nvSpPr>
          <p:spPr>
            <a:xfrm>
              <a:off x="2903375" y="3501250"/>
              <a:ext cx="477175" cy="167325"/>
            </a:xfrm>
            <a:custGeom>
              <a:avLst/>
              <a:gdLst/>
              <a:ahLst/>
              <a:cxnLst/>
              <a:rect l="l" t="t" r="r" b="b"/>
              <a:pathLst>
                <a:path w="19087" h="6693" extrusionOk="0">
                  <a:moveTo>
                    <a:pt x="1" y="0"/>
                  </a:moveTo>
                  <a:lnTo>
                    <a:pt x="1" y="6693"/>
                  </a:lnTo>
                  <a:lnTo>
                    <a:pt x="19087" y="6693"/>
                  </a:lnTo>
                  <a:lnTo>
                    <a:pt x="190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0"/>
            <p:cNvSpPr/>
            <p:nvPr/>
          </p:nvSpPr>
          <p:spPr>
            <a:xfrm>
              <a:off x="2903375" y="3536475"/>
              <a:ext cx="478425" cy="91525"/>
            </a:xfrm>
            <a:custGeom>
              <a:avLst/>
              <a:gdLst/>
              <a:ahLst/>
              <a:cxnLst/>
              <a:rect l="l" t="t" r="r" b="b"/>
              <a:pathLst>
                <a:path w="19137" h="3661" extrusionOk="0">
                  <a:moveTo>
                    <a:pt x="6643" y="1"/>
                  </a:moveTo>
                  <a:cubicBezTo>
                    <a:pt x="6588" y="1"/>
                    <a:pt x="6538" y="55"/>
                    <a:pt x="6538" y="105"/>
                  </a:cubicBezTo>
                  <a:lnTo>
                    <a:pt x="5229" y="3033"/>
                  </a:lnTo>
                  <a:lnTo>
                    <a:pt x="4183" y="1779"/>
                  </a:lnTo>
                  <a:cubicBezTo>
                    <a:pt x="4183" y="1779"/>
                    <a:pt x="4133" y="1728"/>
                    <a:pt x="4079" y="1728"/>
                  </a:cubicBezTo>
                  <a:cubicBezTo>
                    <a:pt x="4079" y="1728"/>
                    <a:pt x="4029" y="1779"/>
                    <a:pt x="3974" y="1779"/>
                  </a:cubicBezTo>
                  <a:lnTo>
                    <a:pt x="2824" y="3088"/>
                  </a:lnTo>
                  <a:lnTo>
                    <a:pt x="1674" y="1415"/>
                  </a:lnTo>
                  <a:cubicBezTo>
                    <a:pt x="1674" y="1415"/>
                    <a:pt x="1624" y="1360"/>
                    <a:pt x="1569" y="1360"/>
                  </a:cubicBezTo>
                  <a:cubicBezTo>
                    <a:pt x="1519" y="1360"/>
                    <a:pt x="1519" y="1415"/>
                    <a:pt x="1465" y="1415"/>
                  </a:cubicBezTo>
                  <a:lnTo>
                    <a:pt x="1" y="3452"/>
                  </a:lnTo>
                  <a:cubicBezTo>
                    <a:pt x="1" y="3506"/>
                    <a:pt x="1" y="3556"/>
                    <a:pt x="55" y="3611"/>
                  </a:cubicBezTo>
                  <a:cubicBezTo>
                    <a:pt x="55" y="3661"/>
                    <a:pt x="105" y="3661"/>
                    <a:pt x="105" y="3661"/>
                  </a:cubicBezTo>
                  <a:cubicBezTo>
                    <a:pt x="160" y="3661"/>
                    <a:pt x="210" y="3611"/>
                    <a:pt x="264" y="3611"/>
                  </a:cubicBezTo>
                  <a:lnTo>
                    <a:pt x="1569" y="1728"/>
                  </a:lnTo>
                  <a:lnTo>
                    <a:pt x="2719" y="3347"/>
                  </a:lnTo>
                  <a:cubicBezTo>
                    <a:pt x="2719" y="3401"/>
                    <a:pt x="2774" y="3401"/>
                    <a:pt x="2824" y="3401"/>
                  </a:cubicBezTo>
                  <a:cubicBezTo>
                    <a:pt x="2824" y="3401"/>
                    <a:pt x="2878" y="3401"/>
                    <a:pt x="2929" y="3347"/>
                  </a:cubicBezTo>
                  <a:lnTo>
                    <a:pt x="4079" y="2092"/>
                  </a:lnTo>
                  <a:lnTo>
                    <a:pt x="5179" y="3347"/>
                  </a:lnTo>
                  <a:cubicBezTo>
                    <a:pt x="5229" y="3401"/>
                    <a:pt x="5229" y="3401"/>
                    <a:pt x="5283" y="3401"/>
                  </a:cubicBezTo>
                  <a:cubicBezTo>
                    <a:pt x="5334" y="3401"/>
                    <a:pt x="5388" y="3401"/>
                    <a:pt x="5388" y="3347"/>
                  </a:cubicBezTo>
                  <a:lnTo>
                    <a:pt x="6643" y="474"/>
                  </a:lnTo>
                  <a:lnTo>
                    <a:pt x="7793" y="3347"/>
                  </a:lnTo>
                  <a:cubicBezTo>
                    <a:pt x="7793" y="3401"/>
                    <a:pt x="7843" y="3401"/>
                    <a:pt x="7898" y="3401"/>
                  </a:cubicBezTo>
                  <a:cubicBezTo>
                    <a:pt x="7948" y="3401"/>
                    <a:pt x="7948" y="3401"/>
                    <a:pt x="8002" y="3347"/>
                  </a:cubicBezTo>
                  <a:lnTo>
                    <a:pt x="9362" y="1883"/>
                  </a:lnTo>
                  <a:lnTo>
                    <a:pt x="10721" y="3347"/>
                  </a:lnTo>
                  <a:cubicBezTo>
                    <a:pt x="10721" y="3401"/>
                    <a:pt x="10771" y="3401"/>
                    <a:pt x="10826" y="3401"/>
                  </a:cubicBezTo>
                  <a:cubicBezTo>
                    <a:pt x="10876" y="3401"/>
                    <a:pt x="10876" y="3401"/>
                    <a:pt x="10930" y="3347"/>
                  </a:cubicBezTo>
                  <a:lnTo>
                    <a:pt x="12131" y="1047"/>
                  </a:lnTo>
                  <a:lnTo>
                    <a:pt x="13335" y="3347"/>
                  </a:lnTo>
                  <a:cubicBezTo>
                    <a:pt x="13335" y="3401"/>
                    <a:pt x="13385" y="3401"/>
                    <a:pt x="13440" y="3401"/>
                  </a:cubicBezTo>
                  <a:cubicBezTo>
                    <a:pt x="13490" y="3401"/>
                    <a:pt x="13544" y="3401"/>
                    <a:pt x="13544" y="3347"/>
                  </a:cubicBezTo>
                  <a:lnTo>
                    <a:pt x="15163" y="419"/>
                  </a:lnTo>
                  <a:lnTo>
                    <a:pt x="16786" y="3347"/>
                  </a:lnTo>
                  <a:cubicBezTo>
                    <a:pt x="16786" y="3401"/>
                    <a:pt x="16836" y="3401"/>
                    <a:pt x="16891" y="3401"/>
                  </a:cubicBezTo>
                  <a:cubicBezTo>
                    <a:pt x="16891" y="3401"/>
                    <a:pt x="16941" y="3401"/>
                    <a:pt x="16995" y="3347"/>
                  </a:cubicBezTo>
                  <a:lnTo>
                    <a:pt x="18300" y="1465"/>
                  </a:lnTo>
                  <a:lnTo>
                    <a:pt x="18877" y="2147"/>
                  </a:lnTo>
                  <a:cubicBezTo>
                    <a:pt x="18903" y="2172"/>
                    <a:pt x="18941" y="2184"/>
                    <a:pt x="18980" y="2184"/>
                  </a:cubicBezTo>
                  <a:cubicBezTo>
                    <a:pt x="19020" y="2184"/>
                    <a:pt x="19059" y="2172"/>
                    <a:pt x="19087" y="2147"/>
                  </a:cubicBezTo>
                  <a:cubicBezTo>
                    <a:pt x="19137" y="2092"/>
                    <a:pt x="19137" y="1988"/>
                    <a:pt x="19087" y="1938"/>
                  </a:cubicBezTo>
                  <a:lnTo>
                    <a:pt x="18405" y="1151"/>
                  </a:lnTo>
                  <a:cubicBezTo>
                    <a:pt x="18405" y="1151"/>
                    <a:pt x="18355" y="1101"/>
                    <a:pt x="18300" y="1101"/>
                  </a:cubicBezTo>
                  <a:lnTo>
                    <a:pt x="18196" y="1206"/>
                  </a:lnTo>
                  <a:lnTo>
                    <a:pt x="16891" y="3033"/>
                  </a:lnTo>
                  <a:lnTo>
                    <a:pt x="15268" y="55"/>
                  </a:lnTo>
                  <a:cubicBezTo>
                    <a:pt x="15268" y="55"/>
                    <a:pt x="15218" y="1"/>
                    <a:pt x="15163" y="1"/>
                  </a:cubicBezTo>
                  <a:cubicBezTo>
                    <a:pt x="15113" y="1"/>
                    <a:pt x="15059" y="55"/>
                    <a:pt x="15059" y="55"/>
                  </a:cubicBezTo>
                  <a:lnTo>
                    <a:pt x="13440" y="2983"/>
                  </a:lnTo>
                  <a:lnTo>
                    <a:pt x="12290" y="683"/>
                  </a:lnTo>
                  <a:cubicBezTo>
                    <a:pt x="12235" y="628"/>
                    <a:pt x="12185" y="628"/>
                    <a:pt x="12185" y="628"/>
                  </a:cubicBezTo>
                  <a:cubicBezTo>
                    <a:pt x="12131" y="628"/>
                    <a:pt x="12080" y="628"/>
                    <a:pt x="12026" y="683"/>
                  </a:cubicBezTo>
                  <a:lnTo>
                    <a:pt x="10771" y="3033"/>
                  </a:lnTo>
                  <a:lnTo>
                    <a:pt x="9466" y="1569"/>
                  </a:lnTo>
                  <a:cubicBezTo>
                    <a:pt x="9466" y="1569"/>
                    <a:pt x="9412" y="1519"/>
                    <a:pt x="9362" y="1519"/>
                  </a:cubicBezTo>
                  <a:lnTo>
                    <a:pt x="9307" y="1569"/>
                  </a:lnTo>
                  <a:lnTo>
                    <a:pt x="7948" y="3033"/>
                  </a:lnTo>
                  <a:lnTo>
                    <a:pt x="6747" y="105"/>
                  </a:lnTo>
                  <a:cubicBezTo>
                    <a:pt x="6747" y="55"/>
                    <a:pt x="6693" y="1"/>
                    <a:pt x="66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0"/>
            <p:cNvSpPr/>
            <p:nvPr/>
          </p:nvSpPr>
          <p:spPr>
            <a:xfrm>
              <a:off x="2904750" y="3051600"/>
              <a:ext cx="674475" cy="390800"/>
            </a:xfrm>
            <a:custGeom>
              <a:avLst/>
              <a:gdLst/>
              <a:ahLst/>
              <a:cxnLst/>
              <a:rect l="l" t="t" r="r" b="b"/>
              <a:pathLst>
                <a:path w="26979" h="15632" extrusionOk="0">
                  <a:moveTo>
                    <a:pt x="0" y="0"/>
                  </a:moveTo>
                  <a:lnTo>
                    <a:pt x="0" y="15631"/>
                  </a:lnTo>
                  <a:lnTo>
                    <a:pt x="26979" y="15631"/>
                  </a:lnTo>
                  <a:lnTo>
                    <a:pt x="269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0"/>
            <p:cNvSpPr/>
            <p:nvPr/>
          </p:nvSpPr>
          <p:spPr>
            <a:xfrm>
              <a:off x="3316425" y="3133250"/>
              <a:ext cx="230075" cy="10500"/>
            </a:xfrm>
            <a:custGeom>
              <a:avLst/>
              <a:gdLst/>
              <a:ahLst/>
              <a:cxnLst/>
              <a:rect l="l" t="t" r="r" b="b"/>
              <a:pathLst>
                <a:path w="9203" h="420" extrusionOk="0">
                  <a:moveTo>
                    <a:pt x="1" y="1"/>
                  </a:moveTo>
                  <a:lnTo>
                    <a:pt x="1" y="419"/>
                  </a:lnTo>
                  <a:lnTo>
                    <a:pt x="9203" y="419"/>
                  </a:lnTo>
                  <a:lnTo>
                    <a:pt x="92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0"/>
            <p:cNvSpPr/>
            <p:nvPr/>
          </p:nvSpPr>
          <p:spPr>
            <a:xfrm>
              <a:off x="3316425" y="3188150"/>
              <a:ext cx="230075" cy="10500"/>
            </a:xfrm>
            <a:custGeom>
              <a:avLst/>
              <a:gdLst/>
              <a:ahLst/>
              <a:cxnLst/>
              <a:rect l="l" t="t" r="r" b="b"/>
              <a:pathLst>
                <a:path w="9203" h="420" extrusionOk="0">
                  <a:moveTo>
                    <a:pt x="1" y="1"/>
                  </a:moveTo>
                  <a:lnTo>
                    <a:pt x="1" y="419"/>
                  </a:lnTo>
                  <a:lnTo>
                    <a:pt x="9203" y="419"/>
                  </a:lnTo>
                  <a:lnTo>
                    <a:pt x="92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0"/>
            <p:cNvSpPr/>
            <p:nvPr/>
          </p:nvSpPr>
          <p:spPr>
            <a:xfrm>
              <a:off x="3316425" y="3243050"/>
              <a:ext cx="230075" cy="10500"/>
            </a:xfrm>
            <a:custGeom>
              <a:avLst/>
              <a:gdLst/>
              <a:ahLst/>
              <a:cxnLst/>
              <a:rect l="l" t="t" r="r" b="b"/>
              <a:pathLst>
                <a:path w="9203" h="420" extrusionOk="0">
                  <a:moveTo>
                    <a:pt x="1" y="1"/>
                  </a:moveTo>
                  <a:lnTo>
                    <a:pt x="1" y="419"/>
                  </a:lnTo>
                  <a:lnTo>
                    <a:pt x="9203" y="419"/>
                  </a:lnTo>
                  <a:lnTo>
                    <a:pt x="92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0"/>
            <p:cNvSpPr/>
            <p:nvPr/>
          </p:nvSpPr>
          <p:spPr>
            <a:xfrm>
              <a:off x="3316425" y="3296700"/>
              <a:ext cx="230075" cy="11750"/>
            </a:xfrm>
            <a:custGeom>
              <a:avLst/>
              <a:gdLst/>
              <a:ahLst/>
              <a:cxnLst/>
              <a:rect l="l" t="t" r="r" b="b"/>
              <a:pathLst>
                <a:path w="9203" h="470" extrusionOk="0">
                  <a:moveTo>
                    <a:pt x="1" y="1"/>
                  </a:moveTo>
                  <a:lnTo>
                    <a:pt x="1" y="469"/>
                  </a:lnTo>
                  <a:lnTo>
                    <a:pt x="9203" y="469"/>
                  </a:lnTo>
                  <a:lnTo>
                    <a:pt x="92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0"/>
            <p:cNvSpPr/>
            <p:nvPr/>
          </p:nvSpPr>
          <p:spPr>
            <a:xfrm>
              <a:off x="1850050" y="4307675"/>
              <a:ext cx="2207675" cy="929450"/>
            </a:xfrm>
            <a:custGeom>
              <a:avLst/>
              <a:gdLst/>
              <a:ahLst/>
              <a:cxnLst/>
              <a:rect l="l" t="t" r="r" b="b"/>
              <a:pathLst>
                <a:path w="88307" h="37178" extrusionOk="0">
                  <a:moveTo>
                    <a:pt x="2246" y="1"/>
                  </a:moveTo>
                  <a:cubicBezTo>
                    <a:pt x="1046" y="1"/>
                    <a:pt x="50" y="942"/>
                    <a:pt x="50" y="2197"/>
                  </a:cubicBezTo>
                  <a:lnTo>
                    <a:pt x="0" y="34822"/>
                  </a:lnTo>
                  <a:cubicBezTo>
                    <a:pt x="0" y="36027"/>
                    <a:pt x="991" y="37018"/>
                    <a:pt x="2196" y="37018"/>
                  </a:cubicBezTo>
                  <a:lnTo>
                    <a:pt x="86061" y="37177"/>
                  </a:lnTo>
                  <a:cubicBezTo>
                    <a:pt x="87261" y="37177"/>
                    <a:pt x="88257" y="36182"/>
                    <a:pt x="88257" y="34981"/>
                  </a:cubicBezTo>
                  <a:lnTo>
                    <a:pt x="88307" y="2356"/>
                  </a:lnTo>
                  <a:cubicBezTo>
                    <a:pt x="88307" y="1151"/>
                    <a:pt x="87315" y="160"/>
                    <a:pt x="86111" y="160"/>
                  </a:cubicBezTo>
                  <a:lnTo>
                    <a:pt x="224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0"/>
            <p:cNvSpPr/>
            <p:nvPr/>
          </p:nvSpPr>
          <p:spPr>
            <a:xfrm>
              <a:off x="889250" y="3362750"/>
              <a:ext cx="681100" cy="1960625"/>
            </a:xfrm>
            <a:custGeom>
              <a:avLst/>
              <a:gdLst/>
              <a:ahLst/>
              <a:cxnLst/>
              <a:rect l="l" t="t" r="r" b="b"/>
              <a:pathLst>
                <a:path w="27244" h="78425" extrusionOk="0">
                  <a:moveTo>
                    <a:pt x="15746" y="1"/>
                  </a:moveTo>
                  <a:cubicBezTo>
                    <a:pt x="11563" y="1"/>
                    <a:pt x="5583" y="1779"/>
                    <a:pt x="1" y="2612"/>
                  </a:cubicBezTo>
                  <a:cubicBezTo>
                    <a:pt x="3192" y="62685"/>
                    <a:pt x="16523" y="78425"/>
                    <a:pt x="27243" y="78425"/>
                  </a:cubicBezTo>
                  <a:cubicBezTo>
                    <a:pt x="24838" y="60648"/>
                    <a:pt x="22379" y="11237"/>
                    <a:pt x="21124" y="3499"/>
                  </a:cubicBezTo>
                  <a:cubicBezTo>
                    <a:pt x="20695" y="861"/>
                    <a:pt x="18655" y="1"/>
                    <a:pt x="157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0"/>
            <p:cNvSpPr/>
            <p:nvPr/>
          </p:nvSpPr>
          <p:spPr>
            <a:xfrm>
              <a:off x="1165125" y="3868500"/>
              <a:ext cx="531950" cy="1034000"/>
            </a:xfrm>
            <a:custGeom>
              <a:avLst/>
              <a:gdLst/>
              <a:ahLst/>
              <a:cxnLst/>
              <a:rect l="l" t="t" r="r" b="b"/>
              <a:pathLst>
                <a:path w="21278" h="41360" extrusionOk="0">
                  <a:moveTo>
                    <a:pt x="0" y="0"/>
                  </a:moveTo>
                  <a:cubicBezTo>
                    <a:pt x="1723" y="14849"/>
                    <a:pt x="5697" y="28706"/>
                    <a:pt x="7370" y="41359"/>
                  </a:cubicBezTo>
                  <a:cubicBezTo>
                    <a:pt x="14535" y="41359"/>
                    <a:pt x="21278" y="39318"/>
                    <a:pt x="21278" y="39318"/>
                  </a:cubicBezTo>
                  <a:cubicBezTo>
                    <a:pt x="21278" y="39318"/>
                    <a:pt x="12130" y="1213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0"/>
            <p:cNvSpPr/>
            <p:nvPr/>
          </p:nvSpPr>
          <p:spPr>
            <a:xfrm>
              <a:off x="745475" y="3349025"/>
              <a:ext cx="562075" cy="1986075"/>
            </a:xfrm>
            <a:custGeom>
              <a:avLst/>
              <a:gdLst/>
              <a:ahLst/>
              <a:cxnLst/>
              <a:rect l="l" t="t" r="r" b="b"/>
              <a:pathLst>
                <a:path w="22483" h="79443" extrusionOk="0">
                  <a:moveTo>
                    <a:pt x="9532" y="1"/>
                  </a:moveTo>
                  <a:cubicBezTo>
                    <a:pt x="9407" y="1"/>
                    <a:pt x="9280" y="8"/>
                    <a:pt x="9152" y="24"/>
                  </a:cubicBezTo>
                  <a:lnTo>
                    <a:pt x="2878" y="861"/>
                  </a:lnTo>
                  <a:cubicBezTo>
                    <a:pt x="1205" y="1070"/>
                    <a:pt x="1" y="2584"/>
                    <a:pt x="264" y="4257"/>
                  </a:cubicBezTo>
                  <a:lnTo>
                    <a:pt x="9307" y="74423"/>
                  </a:lnTo>
                  <a:cubicBezTo>
                    <a:pt x="12549" y="76150"/>
                    <a:pt x="17727" y="78083"/>
                    <a:pt x="22483" y="79442"/>
                  </a:cubicBezTo>
                  <a:lnTo>
                    <a:pt x="12603" y="2689"/>
                  </a:lnTo>
                  <a:cubicBezTo>
                    <a:pt x="12410" y="1143"/>
                    <a:pt x="11056" y="1"/>
                    <a:pt x="953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0"/>
            <p:cNvSpPr/>
            <p:nvPr/>
          </p:nvSpPr>
          <p:spPr>
            <a:xfrm>
              <a:off x="877550" y="3417325"/>
              <a:ext cx="275775" cy="1861625"/>
            </a:xfrm>
            <a:custGeom>
              <a:avLst/>
              <a:gdLst/>
              <a:ahLst/>
              <a:cxnLst/>
              <a:rect l="l" t="t" r="r" b="b"/>
              <a:pathLst>
                <a:path w="11031" h="74465" extrusionOk="0">
                  <a:moveTo>
                    <a:pt x="503" y="0"/>
                  </a:moveTo>
                  <a:cubicBezTo>
                    <a:pt x="475" y="0"/>
                    <a:pt x="446" y="4"/>
                    <a:pt x="419" y="11"/>
                  </a:cubicBezTo>
                  <a:cubicBezTo>
                    <a:pt x="155" y="11"/>
                    <a:pt x="0" y="220"/>
                    <a:pt x="51" y="480"/>
                  </a:cubicBezTo>
                  <a:lnTo>
                    <a:pt x="10089" y="74046"/>
                  </a:lnTo>
                  <a:cubicBezTo>
                    <a:pt x="10144" y="74305"/>
                    <a:pt x="10353" y="74464"/>
                    <a:pt x="10562" y="74464"/>
                  </a:cubicBezTo>
                  <a:lnTo>
                    <a:pt x="10612" y="74464"/>
                  </a:lnTo>
                  <a:cubicBezTo>
                    <a:pt x="10821" y="74410"/>
                    <a:pt x="11030" y="74201"/>
                    <a:pt x="10980" y="73941"/>
                  </a:cubicBezTo>
                  <a:lnTo>
                    <a:pt x="887" y="375"/>
                  </a:lnTo>
                  <a:cubicBezTo>
                    <a:pt x="887" y="150"/>
                    <a:pt x="692" y="0"/>
                    <a:pt x="5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0"/>
            <p:cNvSpPr/>
            <p:nvPr/>
          </p:nvSpPr>
          <p:spPr>
            <a:xfrm>
              <a:off x="1086675" y="3465600"/>
              <a:ext cx="1793400" cy="1436900"/>
            </a:xfrm>
            <a:custGeom>
              <a:avLst/>
              <a:gdLst/>
              <a:ahLst/>
              <a:cxnLst/>
              <a:rect l="l" t="t" r="r" b="b"/>
              <a:pathLst>
                <a:path w="71736" h="57476" extrusionOk="0">
                  <a:moveTo>
                    <a:pt x="16219" y="0"/>
                  </a:moveTo>
                  <a:cubicBezTo>
                    <a:pt x="14617" y="0"/>
                    <a:pt x="13204" y="35"/>
                    <a:pt x="12181" y="117"/>
                  </a:cubicBezTo>
                  <a:cubicBezTo>
                    <a:pt x="7112" y="590"/>
                    <a:pt x="1" y="8537"/>
                    <a:pt x="4652" y="23386"/>
                  </a:cubicBezTo>
                  <a:cubicBezTo>
                    <a:pt x="9253" y="38235"/>
                    <a:pt x="11867" y="46232"/>
                    <a:pt x="13959" y="57475"/>
                  </a:cubicBezTo>
                  <a:cubicBezTo>
                    <a:pt x="21228" y="56848"/>
                    <a:pt x="46116" y="57107"/>
                    <a:pt x="50872" y="56689"/>
                  </a:cubicBezTo>
                  <a:cubicBezTo>
                    <a:pt x="49408" y="44977"/>
                    <a:pt x="51658" y="33579"/>
                    <a:pt x="46639" y="26364"/>
                  </a:cubicBezTo>
                  <a:lnTo>
                    <a:pt x="46639" y="26364"/>
                  </a:lnTo>
                  <a:cubicBezTo>
                    <a:pt x="56573" y="30601"/>
                    <a:pt x="63056" y="32952"/>
                    <a:pt x="67866" y="34625"/>
                  </a:cubicBezTo>
                  <a:cubicBezTo>
                    <a:pt x="71213" y="30706"/>
                    <a:pt x="71735" y="26941"/>
                    <a:pt x="71735" y="23436"/>
                  </a:cubicBezTo>
                  <a:cubicBezTo>
                    <a:pt x="65302" y="19881"/>
                    <a:pt x="46166" y="8692"/>
                    <a:pt x="41097" y="5505"/>
                  </a:cubicBezTo>
                  <a:cubicBezTo>
                    <a:pt x="36257" y="2443"/>
                    <a:pt x="31231" y="359"/>
                    <a:pt x="27869" y="359"/>
                  </a:cubicBezTo>
                  <a:cubicBezTo>
                    <a:pt x="27671" y="359"/>
                    <a:pt x="27479" y="366"/>
                    <a:pt x="27293" y="381"/>
                  </a:cubicBezTo>
                  <a:cubicBezTo>
                    <a:pt x="24072" y="166"/>
                    <a:pt x="19698" y="0"/>
                    <a:pt x="1621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0"/>
            <p:cNvSpPr/>
            <p:nvPr/>
          </p:nvSpPr>
          <p:spPr>
            <a:xfrm>
              <a:off x="1349375" y="4128650"/>
              <a:ext cx="794750" cy="722825"/>
            </a:xfrm>
            <a:custGeom>
              <a:avLst/>
              <a:gdLst/>
              <a:ahLst/>
              <a:cxnLst/>
              <a:rect l="l" t="t" r="r" b="b"/>
              <a:pathLst>
                <a:path w="31790" h="28913" extrusionOk="0">
                  <a:moveTo>
                    <a:pt x="0" y="1"/>
                  </a:moveTo>
                  <a:lnTo>
                    <a:pt x="0" y="1"/>
                  </a:lnTo>
                  <a:cubicBezTo>
                    <a:pt x="7529" y="12445"/>
                    <a:pt x="24051" y="24993"/>
                    <a:pt x="28706" y="28912"/>
                  </a:cubicBezTo>
                  <a:cubicBezTo>
                    <a:pt x="31789" y="28653"/>
                    <a:pt x="30011" y="26402"/>
                    <a:pt x="30011" y="26402"/>
                  </a:cubicBezTo>
                  <a:cubicBezTo>
                    <a:pt x="23164" y="22065"/>
                    <a:pt x="11557" y="1359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0"/>
            <p:cNvSpPr/>
            <p:nvPr/>
          </p:nvSpPr>
          <p:spPr>
            <a:xfrm>
              <a:off x="2033025" y="3814950"/>
              <a:ext cx="318975" cy="351575"/>
            </a:xfrm>
            <a:custGeom>
              <a:avLst/>
              <a:gdLst/>
              <a:ahLst/>
              <a:cxnLst/>
              <a:rect l="l" t="t" r="r" b="b"/>
              <a:pathLst>
                <a:path w="12759" h="14063" extrusionOk="0">
                  <a:moveTo>
                    <a:pt x="1" y="1"/>
                  </a:moveTo>
                  <a:lnTo>
                    <a:pt x="1" y="1"/>
                  </a:lnTo>
                  <a:cubicBezTo>
                    <a:pt x="2247" y="2770"/>
                    <a:pt x="4602" y="6220"/>
                    <a:pt x="8785" y="12390"/>
                  </a:cubicBezTo>
                  <a:cubicBezTo>
                    <a:pt x="10144" y="12967"/>
                    <a:pt x="11504" y="13540"/>
                    <a:pt x="12758" y="14063"/>
                  </a:cubicBezTo>
                  <a:cubicBezTo>
                    <a:pt x="9149" y="8784"/>
                    <a:pt x="3975" y="339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0"/>
            <p:cNvSpPr/>
            <p:nvPr/>
          </p:nvSpPr>
          <p:spPr>
            <a:xfrm>
              <a:off x="1697050" y="3784825"/>
              <a:ext cx="573900" cy="758150"/>
            </a:xfrm>
            <a:custGeom>
              <a:avLst/>
              <a:gdLst/>
              <a:ahLst/>
              <a:cxnLst/>
              <a:rect l="l" t="t" r="r" b="b"/>
              <a:pathLst>
                <a:path w="22956" h="30326" extrusionOk="0">
                  <a:moveTo>
                    <a:pt x="1" y="1"/>
                  </a:moveTo>
                  <a:cubicBezTo>
                    <a:pt x="1360" y="2042"/>
                    <a:pt x="2720" y="4079"/>
                    <a:pt x="4133" y="6066"/>
                  </a:cubicBezTo>
                  <a:cubicBezTo>
                    <a:pt x="10039" y="14431"/>
                    <a:pt x="16368" y="22483"/>
                    <a:pt x="22956" y="30326"/>
                  </a:cubicBezTo>
                  <a:cubicBezTo>
                    <a:pt x="21542" y="28339"/>
                    <a:pt x="20132" y="26407"/>
                    <a:pt x="18668" y="24470"/>
                  </a:cubicBezTo>
                  <a:cubicBezTo>
                    <a:pt x="15372" y="19974"/>
                    <a:pt x="11976" y="15532"/>
                    <a:pt x="8575" y="11085"/>
                  </a:cubicBezTo>
                  <a:cubicBezTo>
                    <a:pt x="5702" y="7425"/>
                    <a:pt x="2878" y="366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0"/>
            <p:cNvSpPr/>
            <p:nvPr/>
          </p:nvSpPr>
          <p:spPr>
            <a:xfrm>
              <a:off x="1349375" y="4128650"/>
              <a:ext cx="750300" cy="660075"/>
            </a:xfrm>
            <a:custGeom>
              <a:avLst/>
              <a:gdLst/>
              <a:ahLst/>
              <a:cxnLst/>
              <a:rect l="l" t="t" r="r" b="b"/>
              <a:pathLst>
                <a:path w="30012" h="26403" extrusionOk="0">
                  <a:moveTo>
                    <a:pt x="0" y="1"/>
                  </a:moveTo>
                  <a:lnTo>
                    <a:pt x="0" y="1"/>
                  </a:lnTo>
                  <a:cubicBezTo>
                    <a:pt x="1882" y="2406"/>
                    <a:pt x="3819" y="4706"/>
                    <a:pt x="5910" y="6953"/>
                  </a:cubicBezTo>
                  <a:cubicBezTo>
                    <a:pt x="9779" y="10981"/>
                    <a:pt x="13908" y="14745"/>
                    <a:pt x="18249" y="18196"/>
                  </a:cubicBezTo>
                  <a:cubicBezTo>
                    <a:pt x="22014" y="21124"/>
                    <a:pt x="25883" y="23997"/>
                    <a:pt x="30011" y="26402"/>
                  </a:cubicBezTo>
                  <a:cubicBezTo>
                    <a:pt x="27556" y="24625"/>
                    <a:pt x="25097" y="22797"/>
                    <a:pt x="22692" y="20915"/>
                  </a:cubicBezTo>
                  <a:cubicBezTo>
                    <a:pt x="18354" y="17514"/>
                    <a:pt x="14012" y="14013"/>
                    <a:pt x="9988" y="10194"/>
                  </a:cubicBezTo>
                  <a:cubicBezTo>
                    <a:pt x="8052" y="8366"/>
                    <a:pt x="6065" y="6534"/>
                    <a:pt x="4237" y="4602"/>
                  </a:cubicBezTo>
                  <a:cubicBezTo>
                    <a:pt x="2823" y="3033"/>
                    <a:pt x="1414" y="151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0"/>
            <p:cNvSpPr/>
            <p:nvPr/>
          </p:nvSpPr>
          <p:spPr>
            <a:xfrm>
              <a:off x="2033025" y="3814950"/>
              <a:ext cx="219625" cy="309750"/>
            </a:xfrm>
            <a:custGeom>
              <a:avLst/>
              <a:gdLst/>
              <a:ahLst/>
              <a:cxnLst/>
              <a:rect l="l" t="t" r="r" b="b"/>
              <a:pathLst>
                <a:path w="8785" h="12390" extrusionOk="0">
                  <a:moveTo>
                    <a:pt x="1" y="1"/>
                  </a:moveTo>
                  <a:lnTo>
                    <a:pt x="1" y="1"/>
                  </a:lnTo>
                  <a:cubicBezTo>
                    <a:pt x="1201" y="2247"/>
                    <a:pt x="2720" y="4288"/>
                    <a:pt x="4129" y="6379"/>
                  </a:cubicBezTo>
                  <a:cubicBezTo>
                    <a:pt x="5593" y="8416"/>
                    <a:pt x="7112" y="10508"/>
                    <a:pt x="8785" y="12390"/>
                  </a:cubicBezTo>
                  <a:cubicBezTo>
                    <a:pt x="7530" y="10144"/>
                    <a:pt x="6066" y="7948"/>
                    <a:pt x="4602" y="5856"/>
                  </a:cubicBezTo>
                  <a:cubicBezTo>
                    <a:pt x="3138" y="3815"/>
                    <a:pt x="1674" y="1828"/>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0"/>
            <p:cNvSpPr/>
            <p:nvPr/>
          </p:nvSpPr>
          <p:spPr>
            <a:xfrm>
              <a:off x="2099650" y="4542950"/>
              <a:ext cx="807825" cy="249650"/>
            </a:xfrm>
            <a:custGeom>
              <a:avLst/>
              <a:gdLst/>
              <a:ahLst/>
              <a:cxnLst/>
              <a:rect l="l" t="t" r="r" b="b"/>
              <a:pathLst>
                <a:path w="32313" h="9986" extrusionOk="0">
                  <a:moveTo>
                    <a:pt x="6852" y="1"/>
                  </a:moveTo>
                  <a:cubicBezTo>
                    <a:pt x="4447" y="4811"/>
                    <a:pt x="2510" y="7321"/>
                    <a:pt x="0" y="9830"/>
                  </a:cubicBezTo>
                  <a:cubicBezTo>
                    <a:pt x="3489" y="9949"/>
                    <a:pt x="7787" y="9985"/>
                    <a:pt x="12222" y="9985"/>
                  </a:cubicBezTo>
                  <a:cubicBezTo>
                    <a:pt x="19555" y="9985"/>
                    <a:pt x="27264" y="9885"/>
                    <a:pt x="32312" y="9885"/>
                  </a:cubicBezTo>
                  <a:cubicBezTo>
                    <a:pt x="24679" y="7480"/>
                    <a:pt x="12499" y="2356"/>
                    <a:pt x="6852" y="1"/>
                  </a:cubicBezTo>
                  <a:close/>
                </a:path>
              </a:pathLst>
            </a:custGeom>
            <a:solidFill>
              <a:srgbClr val="AE74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0"/>
            <p:cNvSpPr/>
            <p:nvPr/>
          </p:nvSpPr>
          <p:spPr>
            <a:xfrm>
              <a:off x="4017250" y="4289125"/>
              <a:ext cx="280200" cy="181400"/>
            </a:xfrm>
            <a:custGeom>
              <a:avLst/>
              <a:gdLst/>
              <a:ahLst/>
              <a:cxnLst/>
              <a:rect l="l" t="t" r="r" b="b"/>
              <a:pathLst>
                <a:path w="11208" h="7256" extrusionOk="0">
                  <a:moveTo>
                    <a:pt x="3020" y="1"/>
                  </a:moveTo>
                  <a:cubicBezTo>
                    <a:pt x="1858" y="1"/>
                    <a:pt x="790" y="101"/>
                    <a:pt x="0" y="170"/>
                  </a:cubicBezTo>
                  <a:cubicBezTo>
                    <a:pt x="50" y="797"/>
                    <a:pt x="523" y="2156"/>
                    <a:pt x="1987" y="3411"/>
                  </a:cubicBezTo>
                  <a:cubicBezTo>
                    <a:pt x="3239" y="3287"/>
                    <a:pt x="4030" y="3060"/>
                    <a:pt x="4625" y="3060"/>
                  </a:cubicBezTo>
                  <a:cubicBezTo>
                    <a:pt x="5297" y="3060"/>
                    <a:pt x="5720" y="3349"/>
                    <a:pt x="6274" y="4403"/>
                  </a:cubicBezTo>
                  <a:cubicBezTo>
                    <a:pt x="6785" y="5348"/>
                    <a:pt x="7119" y="6146"/>
                    <a:pt x="7611" y="6146"/>
                  </a:cubicBezTo>
                  <a:cubicBezTo>
                    <a:pt x="7772" y="6146"/>
                    <a:pt x="7950" y="6061"/>
                    <a:pt x="8156" y="5867"/>
                  </a:cubicBezTo>
                  <a:cubicBezTo>
                    <a:pt x="8315" y="6501"/>
                    <a:pt x="8661" y="6815"/>
                    <a:pt x="8977" y="6815"/>
                  </a:cubicBezTo>
                  <a:cubicBezTo>
                    <a:pt x="9287" y="6815"/>
                    <a:pt x="9569" y="6515"/>
                    <a:pt x="9620" y="5921"/>
                  </a:cubicBezTo>
                  <a:cubicBezTo>
                    <a:pt x="9946" y="6680"/>
                    <a:pt x="10411" y="7255"/>
                    <a:pt x="10733" y="7255"/>
                  </a:cubicBezTo>
                  <a:cubicBezTo>
                    <a:pt x="11032" y="7255"/>
                    <a:pt x="11207" y="6758"/>
                    <a:pt x="11030" y="5448"/>
                  </a:cubicBezTo>
                  <a:cubicBezTo>
                    <a:pt x="10374" y="809"/>
                    <a:pt x="6316" y="1"/>
                    <a:pt x="3020" y="1"/>
                  </a:cubicBezTo>
                  <a:close/>
                </a:path>
              </a:pathLst>
            </a:custGeom>
            <a:solidFill>
              <a:srgbClr val="915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0"/>
            <p:cNvSpPr/>
            <p:nvPr/>
          </p:nvSpPr>
          <p:spPr>
            <a:xfrm>
              <a:off x="2954500" y="4316875"/>
              <a:ext cx="1103225" cy="254875"/>
            </a:xfrm>
            <a:custGeom>
              <a:avLst/>
              <a:gdLst/>
              <a:ahLst/>
              <a:cxnLst/>
              <a:rect l="l" t="t" r="r" b="b"/>
              <a:pathLst>
                <a:path w="44129" h="10195" extrusionOk="0">
                  <a:moveTo>
                    <a:pt x="33044" y="1"/>
                  </a:moveTo>
                  <a:cubicBezTo>
                    <a:pt x="29334" y="1"/>
                    <a:pt x="6798" y="1"/>
                    <a:pt x="1" y="315"/>
                  </a:cubicBezTo>
                  <a:cubicBezTo>
                    <a:pt x="9571" y="2615"/>
                    <a:pt x="31007" y="2874"/>
                    <a:pt x="33622" y="4129"/>
                  </a:cubicBezTo>
                  <a:cubicBezTo>
                    <a:pt x="36236" y="5384"/>
                    <a:pt x="40314" y="9203"/>
                    <a:pt x="44129" y="10194"/>
                  </a:cubicBezTo>
                  <a:lnTo>
                    <a:pt x="44129" y="2510"/>
                  </a:lnTo>
                  <a:cubicBezTo>
                    <a:pt x="44129" y="2510"/>
                    <a:pt x="36759" y="1"/>
                    <a:pt x="330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0"/>
            <p:cNvSpPr/>
            <p:nvPr/>
          </p:nvSpPr>
          <p:spPr>
            <a:xfrm>
              <a:off x="2780700" y="4051475"/>
              <a:ext cx="1561525" cy="426850"/>
            </a:xfrm>
            <a:custGeom>
              <a:avLst/>
              <a:gdLst/>
              <a:ahLst/>
              <a:cxnLst/>
              <a:rect l="l" t="t" r="r" b="b"/>
              <a:pathLst>
                <a:path w="62461" h="17074" extrusionOk="0">
                  <a:moveTo>
                    <a:pt x="3974" y="1"/>
                  </a:moveTo>
                  <a:cubicBezTo>
                    <a:pt x="1988" y="2356"/>
                    <a:pt x="1" y="6852"/>
                    <a:pt x="105" y="11190"/>
                  </a:cubicBezTo>
                  <a:cubicBezTo>
                    <a:pt x="3262" y="11791"/>
                    <a:pt x="11377" y="12008"/>
                    <a:pt x="19698" y="12008"/>
                  </a:cubicBezTo>
                  <a:cubicBezTo>
                    <a:pt x="28742" y="12008"/>
                    <a:pt x="38029" y="11752"/>
                    <a:pt x="41460" y="11453"/>
                  </a:cubicBezTo>
                  <a:cubicBezTo>
                    <a:pt x="45434" y="14172"/>
                    <a:pt x="47789" y="13126"/>
                    <a:pt x="51240" y="14590"/>
                  </a:cubicBezTo>
                  <a:cubicBezTo>
                    <a:pt x="53229" y="15484"/>
                    <a:pt x="54653" y="17073"/>
                    <a:pt x="55359" y="17073"/>
                  </a:cubicBezTo>
                  <a:cubicBezTo>
                    <a:pt x="55562" y="17073"/>
                    <a:pt x="55705" y="16942"/>
                    <a:pt x="55786" y="16627"/>
                  </a:cubicBezTo>
                  <a:cubicBezTo>
                    <a:pt x="56154" y="15009"/>
                    <a:pt x="53800" y="13177"/>
                    <a:pt x="50140" y="10562"/>
                  </a:cubicBezTo>
                  <a:cubicBezTo>
                    <a:pt x="50513" y="10550"/>
                    <a:pt x="50868" y="10544"/>
                    <a:pt x="51206" y="10544"/>
                  </a:cubicBezTo>
                  <a:cubicBezTo>
                    <a:pt x="54943" y="10544"/>
                    <a:pt x="56614" y="11279"/>
                    <a:pt x="57669" y="11662"/>
                  </a:cubicBezTo>
                  <a:cubicBezTo>
                    <a:pt x="60597" y="12708"/>
                    <a:pt x="60546" y="13804"/>
                    <a:pt x="61329" y="14277"/>
                  </a:cubicBezTo>
                  <a:cubicBezTo>
                    <a:pt x="61471" y="14362"/>
                    <a:pt x="61603" y="14400"/>
                    <a:pt x="61720" y="14400"/>
                  </a:cubicBezTo>
                  <a:cubicBezTo>
                    <a:pt x="62247" y="14400"/>
                    <a:pt x="62460" y="13614"/>
                    <a:pt x="61906" y="12758"/>
                  </a:cubicBezTo>
                  <a:cubicBezTo>
                    <a:pt x="60910" y="11085"/>
                    <a:pt x="59396" y="10249"/>
                    <a:pt x="55682" y="9048"/>
                  </a:cubicBezTo>
                  <a:cubicBezTo>
                    <a:pt x="50872" y="7480"/>
                    <a:pt x="44338" y="6643"/>
                    <a:pt x="40938" y="6120"/>
                  </a:cubicBezTo>
                  <a:cubicBezTo>
                    <a:pt x="35291" y="5334"/>
                    <a:pt x="10562" y="1256"/>
                    <a:pt x="3974" y="1"/>
                  </a:cubicBezTo>
                  <a:close/>
                </a:path>
              </a:pathLst>
            </a:custGeom>
            <a:solidFill>
              <a:srgbClr val="AE74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0"/>
            <p:cNvSpPr/>
            <p:nvPr/>
          </p:nvSpPr>
          <p:spPr>
            <a:xfrm>
              <a:off x="1391200" y="2488175"/>
              <a:ext cx="874525" cy="1200775"/>
            </a:xfrm>
            <a:custGeom>
              <a:avLst/>
              <a:gdLst/>
              <a:ahLst/>
              <a:cxnLst/>
              <a:rect l="l" t="t" r="r" b="b"/>
              <a:pathLst>
                <a:path w="34981" h="48031" extrusionOk="0">
                  <a:moveTo>
                    <a:pt x="29334" y="1"/>
                  </a:moveTo>
                  <a:cubicBezTo>
                    <a:pt x="20391" y="6225"/>
                    <a:pt x="15895" y="15268"/>
                    <a:pt x="6224" y="26720"/>
                  </a:cubicBezTo>
                  <a:cubicBezTo>
                    <a:pt x="4342" y="32158"/>
                    <a:pt x="1778" y="35241"/>
                    <a:pt x="0" y="39214"/>
                  </a:cubicBezTo>
                  <a:cubicBezTo>
                    <a:pt x="3457" y="39620"/>
                    <a:pt x="14958" y="48030"/>
                    <a:pt x="17425" y="48030"/>
                  </a:cubicBezTo>
                  <a:cubicBezTo>
                    <a:pt x="17833" y="48030"/>
                    <a:pt x="17995" y="47800"/>
                    <a:pt x="17831" y="47266"/>
                  </a:cubicBezTo>
                  <a:cubicBezTo>
                    <a:pt x="16263" y="38587"/>
                    <a:pt x="18354" y="32472"/>
                    <a:pt x="21178" y="28444"/>
                  </a:cubicBezTo>
                  <a:cubicBezTo>
                    <a:pt x="23174" y="28871"/>
                    <a:pt x="25292" y="29227"/>
                    <a:pt x="26786" y="29227"/>
                  </a:cubicBezTo>
                  <a:cubicBezTo>
                    <a:pt x="27482" y="29227"/>
                    <a:pt x="28043" y="29150"/>
                    <a:pt x="28393" y="28966"/>
                  </a:cubicBezTo>
                  <a:cubicBezTo>
                    <a:pt x="30325" y="27921"/>
                    <a:pt x="31425" y="24420"/>
                    <a:pt x="31844" y="20132"/>
                  </a:cubicBezTo>
                  <a:cubicBezTo>
                    <a:pt x="32223" y="20152"/>
                    <a:pt x="32633" y="20179"/>
                    <a:pt x="33019" y="20179"/>
                  </a:cubicBezTo>
                  <a:cubicBezTo>
                    <a:pt x="33641" y="20179"/>
                    <a:pt x="34200" y="20108"/>
                    <a:pt x="34458" y="19819"/>
                  </a:cubicBezTo>
                  <a:cubicBezTo>
                    <a:pt x="34981" y="19137"/>
                    <a:pt x="33412" y="16941"/>
                    <a:pt x="31998" y="12654"/>
                  </a:cubicBezTo>
                  <a:cubicBezTo>
                    <a:pt x="31739" y="7793"/>
                    <a:pt x="30798" y="2929"/>
                    <a:pt x="29334" y="1"/>
                  </a:cubicBezTo>
                  <a:close/>
                </a:path>
              </a:pathLst>
            </a:custGeom>
            <a:solidFill>
              <a:srgbClr val="AE74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0"/>
            <p:cNvSpPr/>
            <p:nvPr/>
          </p:nvSpPr>
          <p:spPr>
            <a:xfrm>
              <a:off x="2111575" y="3048975"/>
              <a:ext cx="58675" cy="28925"/>
            </a:xfrm>
            <a:custGeom>
              <a:avLst/>
              <a:gdLst/>
              <a:ahLst/>
              <a:cxnLst/>
              <a:rect l="l" t="t" r="r" b="b"/>
              <a:pathLst>
                <a:path w="2347" h="1157" extrusionOk="0">
                  <a:moveTo>
                    <a:pt x="101" y="1"/>
                  </a:moveTo>
                  <a:cubicBezTo>
                    <a:pt x="99" y="1"/>
                    <a:pt x="98" y="1"/>
                    <a:pt x="98" y="2"/>
                  </a:cubicBezTo>
                  <a:lnTo>
                    <a:pt x="98" y="2"/>
                  </a:lnTo>
                  <a:cubicBezTo>
                    <a:pt x="99" y="2"/>
                    <a:pt x="100" y="1"/>
                    <a:pt x="101" y="1"/>
                  </a:cubicBezTo>
                  <a:close/>
                  <a:moveTo>
                    <a:pt x="98" y="2"/>
                  </a:moveTo>
                  <a:lnTo>
                    <a:pt x="98" y="2"/>
                  </a:lnTo>
                  <a:cubicBezTo>
                    <a:pt x="1" y="59"/>
                    <a:pt x="310" y="524"/>
                    <a:pt x="360" y="574"/>
                  </a:cubicBezTo>
                  <a:cubicBezTo>
                    <a:pt x="519" y="783"/>
                    <a:pt x="728" y="942"/>
                    <a:pt x="987" y="1047"/>
                  </a:cubicBezTo>
                  <a:cubicBezTo>
                    <a:pt x="1181" y="1118"/>
                    <a:pt x="1397" y="1157"/>
                    <a:pt x="1614" y="1157"/>
                  </a:cubicBezTo>
                  <a:cubicBezTo>
                    <a:pt x="1867" y="1157"/>
                    <a:pt x="2122" y="1105"/>
                    <a:pt x="2347" y="992"/>
                  </a:cubicBezTo>
                  <a:cubicBezTo>
                    <a:pt x="1929" y="837"/>
                    <a:pt x="1460" y="733"/>
                    <a:pt x="1042" y="574"/>
                  </a:cubicBezTo>
                  <a:cubicBezTo>
                    <a:pt x="940" y="525"/>
                    <a:pt x="97" y="30"/>
                    <a:pt x="98" y="2"/>
                  </a:cubicBezTo>
                  <a:close/>
                </a:path>
              </a:pathLst>
            </a:custGeom>
            <a:solidFill>
              <a:srgbClr val="915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0"/>
            <p:cNvSpPr/>
            <p:nvPr/>
          </p:nvSpPr>
          <p:spPr>
            <a:xfrm>
              <a:off x="2114075" y="2805725"/>
              <a:ext cx="32650" cy="42000"/>
            </a:xfrm>
            <a:custGeom>
              <a:avLst/>
              <a:gdLst/>
              <a:ahLst/>
              <a:cxnLst/>
              <a:rect l="l" t="t" r="r" b="b"/>
              <a:pathLst>
                <a:path w="1306" h="1680" extrusionOk="0">
                  <a:moveTo>
                    <a:pt x="645" y="1"/>
                  </a:moveTo>
                  <a:cubicBezTo>
                    <a:pt x="622" y="1"/>
                    <a:pt x="598" y="2"/>
                    <a:pt x="574" y="6"/>
                  </a:cubicBezTo>
                  <a:cubicBezTo>
                    <a:pt x="260" y="6"/>
                    <a:pt x="1" y="424"/>
                    <a:pt x="51" y="893"/>
                  </a:cubicBezTo>
                  <a:cubicBezTo>
                    <a:pt x="105" y="1365"/>
                    <a:pt x="419" y="1679"/>
                    <a:pt x="733" y="1679"/>
                  </a:cubicBezTo>
                  <a:cubicBezTo>
                    <a:pt x="1046" y="1625"/>
                    <a:pt x="1306" y="1261"/>
                    <a:pt x="1255" y="788"/>
                  </a:cubicBezTo>
                  <a:cubicBezTo>
                    <a:pt x="1205" y="351"/>
                    <a:pt x="975" y="1"/>
                    <a:pt x="6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0"/>
            <p:cNvSpPr/>
            <p:nvPr/>
          </p:nvSpPr>
          <p:spPr>
            <a:xfrm>
              <a:off x="2099650" y="2768250"/>
              <a:ext cx="54925" cy="19350"/>
            </a:xfrm>
            <a:custGeom>
              <a:avLst/>
              <a:gdLst/>
              <a:ahLst/>
              <a:cxnLst/>
              <a:rect l="l" t="t" r="r" b="b"/>
              <a:pathLst>
                <a:path w="2197" h="774" extrusionOk="0">
                  <a:moveTo>
                    <a:pt x="1022" y="0"/>
                  </a:moveTo>
                  <a:cubicBezTo>
                    <a:pt x="564" y="0"/>
                    <a:pt x="132" y="223"/>
                    <a:pt x="0" y="773"/>
                  </a:cubicBezTo>
                  <a:cubicBezTo>
                    <a:pt x="411" y="526"/>
                    <a:pt x="764" y="452"/>
                    <a:pt x="1126" y="452"/>
                  </a:cubicBezTo>
                  <a:cubicBezTo>
                    <a:pt x="1457" y="452"/>
                    <a:pt x="1797" y="514"/>
                    <a:pt x="2196" y="564"/>
                  </a:cubicBezTo>
                  <a:cubicBezTo>
                    <a:pt x="1962" y="223"/>
                    <a:pt x="1479" y="0"/>
                    <a:pt x="1022" y="0"/>
                  </a:cubicBezTo>
                  <a:close/>
                </a:path>
              </a:pathLst>
            </a:custGeom>
            <a:solidFill>
              <a:srgbClr val="915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0"/>
            <p:cNvSpPr/>
            <p:nvPr/>
          </p:nvSpPr>
          <p:spPr>
            <a:xfrm>
              <a:off x="2069625" y="2710700"/>
              <a:ext cx="98025" cy="37675"/>
            </a:xfrm>
            <a:custGeom>
              <a:avLst/>
              <a:gdLst/>
              <a:ahLst/>
              <a:cxnLst/>
              <a:rect l="l" t="t" r="r" b="b"/>
              <a:pathLst>
                <a:path w="3921" h="1507" extrusionOk="0">
                  <a:moveTo>
                    <a:pt x="2133" y="1"/>
                  </a:moveTo>
                  <a:cubicBezTo>
                    <a:pt x="1226" y="1"/>
                    <a:pt x="289" y="555"/>
                    <a:pt x="1" y="1507"/>
                  </a:cubicBezTo>
                  <a:cubicBezTo>
                    <a:pt x="628" y="1297"/>
                    <a:pt x="1151" y="984"/>
                    <a:pt x="1779" y="879"/>
                  </a:cubicBezTo>
                  <a:cubicBezTo>
                    <a:pt x="1913" y="860"/>
                    <a:pt x="2047" y="851"/>
                    <a:pt x="2181" y="851"/>
                  </a:cubicBezTo>
                  <a:cubicBezTo>
                    <a:pt x="2777" y="851"/>
                    <a:pt x="3367" y="1022"/>
                    <a:pt x="3920" y="1193"/>
                  </a:cubicBezTo>
                  <a:cubicBezTo>
                    <a:pt x="3591" y="370"/>
                    <a:pt x="2872" y="1"/>
                    <a:pt x="21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0"/>
            <p:cNvSpPr/>
            <p:nvPr/>
          </p:nvSpPr>
          <p:spPr>
            <a:xfrm>
              <a:off x="1791175" y="3133900"/>
              <a:ext cx="129475" cy="130725"/>
            </a:xfrm>
            <a:custGeom>
              <a:avLst/>
              <a:gdLst/>
              <a:ahLst/>
              <a:cxnLst/>
              <a:rect l="l" t="t" r="r" b="b"/>
              <a:pathLst>
                <a:path w="5179" h="5229" extrusionOk="0">
                  <a:moveTo>
                    <a:pt x="0" y="0"/>
                  </a:moveTo>
                  <a:lnTo>
                    <a:pt x="0" y="0"/>
                  </a:lnTo>
                  <a:cubicBezTo>
                    <a:pt x="891" y="2301"/>
                    <a:pt x="2196" y="4078"/>
                    <a:pt x="3660" y="5229"/>
                  </a:cubicBezTo>
                  <a:cubicBezTo>
                    <a:pt x="4133" y="4288"/>
                    <a:pt x="4656" y="3401"/>
                    <a:pt x="5179" y="2615"/>
                  </a:cubicBezTo>
                  <a:cubicBezTo>
                    <a:pt x="3087" y="1883"/>
                    <a:pt x="1205" y="996"/>
                    <a:pt x="0" y="0"/>
                  </a:cubicBezTo>
                  <a:close/>
                </a:path>
              </a:pathLst>
            </a:custGeom>
            <a:solidFill>
              <a:srgbClr val="915C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0"/>
            <p:cNvSpPr/>
            <p:nvPr/>
          </p:nvSpPr>
          <p:spPr>
            <a:xfrm>
              <a:off x="3095675" y="3722100"/>
              <a:ext cx="556850" cy="499325"/>
            </a:xfrm>
            <a:custGeom>
              <a:avLst/>
              <a:gdLst/>
              <a:ahLst/>
              <a:cxnLst/>
              <a:rect l="l" t="t" r="r" b="b"/>
              <a:pathLst>
                <a:path w="22274" h="19973" extrusionOk="0">
                  <a:moveTo>
                    <a:pt x="4656" y="0"/>
                  </a:moveTo>
                  <a:cubicBezTo>
                    <a:pt x="4497" y="209"/>
                    <a:pt x="0" y="5647"/>
                    <a:pt x="732" y="9152"/>
                  </a:cubicBezTo>
                  <a:cubicBezTo>
                    <a:pt x="941" y="10039"/>
                    <a:pt x="1464" y="10771"/>
                    <a:pt x="2405" y="11189"/>
                  </a:cubicBezTo>
                  <a:cubicBezTo>
                    <a:pt x="3819" y="11871"/>
                    <a:pt x="5911" y="12394"/>
                    <a:pt x="8316" y="12967"/>
                  </a:cubicBezTo>
                  <a:cubicBezTo>
                    <a:pt x="13544" y="14276"/>
                    <a:pt x="20078" y="15895"/>
                    <a:pt x="21437" y="19973"/>
                  </a:cubicBezTo>
                  <a:lnTo>
                    <a:pt x="22274" y="19714"/>
                  </a:lnTo>
                  <a:cubicBezTo>
                    <a:pt x="20759" y="15163"/>
                    <a:pt x="13962" y="13490"/>
                    <a:pt x="8525" y="12130"/>
                  </a:cubicBezTo>
                  <a:cubicBezTo>
                    <a:pt x="6274" y="11557"/>
                    <a:pt x="4133" y="11034"/>
                    <a:pt x="2773" y="10407"/>
                  </a:cubicBezTo>
                  <a:cubicBezTo>
                    <a:pt x="2092" y="10093"/>
                    <a:pt x="1728" y="9621"/>
                    <a:pt x="1569" y="8943"/>
                  </a:cubicBezTo>
                  <a:cubicBezTo>
                    <a:pt x="941" y="5911"/>
                    <a:pt x="5701" y="55"/>
                    <a:pt x="5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0"/>
            <p:cNvSpPr/>
            <p:nvPr/>
          </p:nvSpPr>
          <p:spPr>
            <a:xfrm>
              <a:off x="3576700" y="4205725"/>
              <a:ext cx="130725" cy="58900"/>
            </a:xfrm>
            <a:custGeom>
              <a:avLst/>
              <a:gdLst/>
              <a:ahLst/>
              <a:cxnLst/>
              <a:rect l="l" t="t" r="r" b="b"/>
              <a:pathLst>
                <a:path w="5229" h="2356" extrusionOk="0">
                  <a:moveTo>
                    <a:pt x="4760" y="1"/>
                  </a:moveTo>
                  <a:cubicBezTo>
                    <a:pt x="3555" y="1"/>
                    <a:pt x="1728" y="105"/>
                    <a:pt x="0" y="210"/>
                  </a:cubicBezTo>
                  <a:cubicBezTo>
                    <a:pt x="159" y="996"/>
                    <a:pt x="159" y="1623"/>
                    <a:pt x="418" y="2355"/>
                  </a:cubicBezTo>
                  <a:cubicBezTo>
                    <a:pt x="1778" y="2251"/>
                    <a:pt x="3765" y="2092"/>
                    <a:pt x="5228" y="1937"/>
                  </a:cubicBezTo>
                  <a:cubicBezTo>
                    <a:pt x="5019" y="1151"/>
                    <a:pt x="4915" y="523"/>
                    <a:pt x="47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0"/>
            <p:cNvSpPr/>
            <p:nvPr/>
          </p:nvSpPr>
          <p:spPr>
            <a:xfrm>
              <a:off x="3142725" y="4962600"/>
              <a:ext cx="1082325" cy="640675"/>
            </a:xfrm>
            <a:custGeom>
              <a:avLst/>
              <a:gdLst/>
              <a:ahLst/>
              <a:cxnLst/>
              <a:rect l="l" t="t" r="r" b="b"/>
              <a:pathLst>
                <a:path w="43293" h="25627" extrusionOk="0">
                  <a:moveTo>
                    <a:pt x="1" y="0"/>
                  </a:moveTo>
                  <a:cubicBezTo>
                    <a:pt x="1" y="5488"/>
                    <a:pt x="105" y="14954"/>
                    <a:pt x="891" y="25565"/>
                  </a:cubicBezTo>
                  <a:cubicBezTo>
                    <a:pt x="2406" y="25607"/>
                    <a:pt x="3881" y="25627"/>
                    <a:pt x="5315" y="25627"/>
                  </a:cubicBezTo>
                  <a:cubicBezTo>
                    <a:pt x="23924" y="25627"/>
                    <a:pt x="35816" y="22192"/>
                    <a:pt x="43292" y="16418"/>
                  </a:cubicBezTo>
                  <a:cubicBezTo>
                    <a:pt x="42719" y="13281"/>
                    <a:pt x="41360" y="10248"/>
                    <a:pt x="38273" y="8784"/>
                  </a:cubicBezTo>
                  <a:cubicBezTo>
                    <a:pt x="32731" y="6115"/>
                    <a:pt x="16000" y="992"/>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0"/>
            <p:cNvSpPr/>
            <p:nvPr/>
          </p:nvSpPr>
          <p:spPr>
            <a:xfrm>
              <a:off x="1182050" y="4786075"/>
              <a:ext cx="2330675" cy="817950"/>
            </a:xfrm>
            <a:custGeom>
              <a:avLst/>
              <a:gdLst/>
              <a:ahLst/>
              <a:cxnLst/>
              <a:rect l="l" t="t" r="r" b="b"/>
              <a:pathLst>
                <a:path w="93227" h="32718" extrusionOk="0">
                  <a:moveTo>
                    <a:pt x="2251" y="1"/>
                  </a:moveTo>
                  <a:cubicBezTo>
                    <a:pt x="996" y="1"/>
                    <a:pt x="55" y="996"/>
                    <a:pt x="55" y="2197"/>
                  </a:cubicBezTo>
                  <a:lnTo>
                    <a:pt x="1" y="20342"/>
                  </a:lnTo>
                  <a:cubicBezTo>
                    <a:pt x="13440" y="25097"/>
                    <a:pt x="33881" y="28707"/>
                    <a:pt x="64051" y="31685"/>
                  </a:cubicBezTo>
                  <a:cubicBezTo>
                    <a:pt x="71258" y="32378"/>
                    <a:pt x="77740" y="32717"/>
                    <a:pt x="83562" y="32717"/>
                  </a:cubicBezTo>
                  <a:cubicBezTo>
                    <a:pt x="86989" y="32717"/>
                    <a:pt x="90188" y="32599"/>
                    <a:pt x="93172" y="32367"/>
                  </a:cubicBezTo>
                  <a:lnTo>
                    <a:pt x="93226" y="2406"/>
                  </a:lnTo>
                  <a:cubicBezTo>
                    <a:pt x="93226" y="1151"/>
                    <a:pt x="92231" y="210"/>
                    <a:pt x="91030" y="210"/>
                  </a:cubicBezTo>
                  <a:lnTo>
                    <a:pt x="22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5" name="Google Shape;935;p40"/>
            <p:cNvGrpSpPr/>
            <p:nvPr/>
          </p:nvGrpSpPr>
          <p:grpSpPr>
            <a:xfrm>
              <a:off x="2970118" y="3088915"/>
              <a:ext cx="280177" cy="318783"/>
              <a:chOff x="8475505" y="92577"/>
              <a:chExt cx="501481" cy="570477"/>
            </a:xfrm>
          </p:grpSpPr>
          <p:sp>
            <p:nvSpPr>
              <p:cNvPr id="936" name="Google Shape;936;p40"/>
              <p:cNvSpPr/>
              <p:nvPr/>
            </p:nvSpPr>
            <p:spPr>
              <a:xfrm>
                <a:off x="8475505" y="111080"/>
                <a:ext cx="189176" cy="539012"/>
              </a:xfrm>
              <a:custGeom>
                <a:avLst/>
                <a:gdLst/>
                <a:ahLst/>
                <a:cxnLst/>
                <a:rect l="l" t="t" r="r" b="b"/>
                <a:pathLst>
                  <a:path w="8651" h="24649" extrusionOk="0">
                    <a:moveTo>
                      <a:pt x="6816" y="1"/>
                    </a:moveTo>
                    <a:cubicBezTo>
                      <a:pt x="5570" y="1"/>
                      <a:pt x="4385" y="650"/>
                      <a:pt x="3380" y="1716"/>
                    </a:cubicBezTo>
                    <a:cubicBezTo>
                      <a:pt x="3318" y="1778"/>
                      <a:pt x="3261" y="1835"/>
                      <a:pt x="3200" y="1835"/>
                    </a:cubicBezTo>
                    <a:cubicBezTo>
                      <a:pt x="1247" y="4030"/>
                      <a:pt x="0" y="7878"/>
                      <a:pt x="0" y="12325"/>
                    </a:cubicBezTo>
                    <a:cubicBezTo>
                      <a:pt x="0" y="16709"/>
                      <a:pt x="1247" y="20501"/>
                      <a:pt x="3143" y="22691"/>
                    </a:cubicBezTo>
                    <a:cubicBezTo>
                      <a:pt x="3792" y="23464"/>
                      <a:pt x="4503" y="23995"/>
                      <a:pt x="5276" y="24350"/>
                    </a:cubicBezTo>
                    <a:cubicBezTo>
                      <a:pt x="5807" y="24530"/>
                      <a:pt x="6281" y="24649"/>
                      <a:pt x="6816" y="24649"/>
                    </a:cubicBezTo>
                    <a:cubicBezTo>
                      <a:pt x="7466" y="24649"/>
                      <a:pt x="8058" y="24469"/>
                      <a:pt x="8651" y="24232"/>
                    </a:cubicBezTo>
                    <a:lnTo>
                      <a:pt x="8651" y="475"/>
                    </a:lnTo>
                    <a:cubicBezTo>
                      <a:pt x="8058" y="176"/>
                      <a:pt x="7466" y="1"/>
                      <a:pt x="68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0"/>
              <p:cNvSpPr/>
              <p:nvPr/>
            </p:nvSpPr>
            <p:spPr>
              <a:xfrm>
                <a:off x="8843463" y="152540"/>
                <a:ext cx="133523" cy="234485"/>
              </a:xfrm>
              <a:custGeom>
                <a:avLst/>
                <a:gdLst/>
                <a:ahLst/>
                <a:cxnLst/>
                <a:rect l="l" t="t" r="r" b="b"/>
                <a:pathLst>
                  <a:path w="6106" h="10723" extrusionOk="0">
                    <a:moveTo>
                      <a:pt x="4740" y="1"/>
                    </a:moveTo>
                    <a:lnTo>
                      <a:pt x="4740" y="3437"/>
                    </a:lnTo>
                    <a:cubicBezTo>
                      <a:pt x="4740" y="5333"/>
                      <a:pt x="3792" y="7111"/>
                      <a:pt x="2195" y="8177"/>
                    </a:cubicBezTo>
                    <a:lnTo>
                      <a:pt x="0" y="9599"/>
                    </a:lnTo>
                    <a:lnTo>
                      <a:pt x="773" y="10723"/>
                    </a:lnTo>
                    <a:lnTo>
                      <a:pt x="2963" y="9301"/>
                    </a:lnTo>
                    <a:cubicBezTo>
                      <a:pt x="4921" y="7997"/>
                      <a:pt x="6106" y="5807"/>
                      <a:pt x="6106" y="3437"/>
                    </a:cubicBezTo>
                    <a:lnTo>
                      <a:pt x="6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0"/>
              <p:cNvSpPr/>
              <p:nvPr/>
            </p:nvSpPr>
            <p:spPr>
              <a:xfrm>
                <a:off x="8843463" y="366269"/>
                <a:ext cx="133523" cy="235841"/>
              </a:xfrm>
              <a:custGeom>
                <a:avLst/>
                <a:gdLst/>
                <a:ahLst/>
                <a:cxnLst/>
                <a:rect l="l" t="t" r="r" b="b"/>
                <a:pathLst>
                  <a:path w="6106" h="10785" extrusionOk="0">
                    <a:moveTo>
                      <a:pt x="773" y="1"/>
                    </a:moveTo>
                    <a:lnTo>
                      <a:pt x="0" y="1186"/>
                    </a:lnTo>
                    <a:lnTo>
                      <a:pt x="2195" y="2608"/>
                    </a:lnTo>
                    <a:cubicBezTo>
                      <a:pt x="3792" y="3674"/>
                      <a:pt x="4740" y="5395"/>
                      <a:pt x="4740" y="7291"/>
                    </a:cubicBezTo>
                    <a:lnTo>
                      <a:pt x="4740" y="10784"/>
                    </a:lnTo>
                    <a:lnTo>
                      <a:pt x="6106" y="10784"/>
                    </a:lnTo>
                    <a:lnTo>
                      <a:pt x="6106" y="7291"/>
                    </a:lnTo>
                    <a:cubicBezTo>
                      <a:pt x="6106" y="4921"/>
                      <a:pt x="4921" y="2788"/>
                      <a:pt x="2963" y="1484"/>
                    </a:cubicBezTo>
                    <a:lnTo>
                      <a:pt x="7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0"/>
              <p:cNvSpPr/>
              <p:nvPr/>
            </p:nvSpPr>
            <p:spPr>
              <a:xfrm>
                <a:off x="8546813" y="423277"/>
                <a:ext cx="262979" cy="239777"/>
              </a:xfrm>
              <a:custGeom>
                <a:avLst/>
                <a:gdLst/>
                <a:ahLst/>
                <a:cxnLst/>
                <a:rect l="l" t="t" r="r" b="b"/>
                <a:pathLst>
                  <a:path w="12026" h="10965" extrusionOk="0">
                    <a:moveTo>
                      <a:pt x="10367" y="1"/>
                    </a:moveTo>
                    <a:cubicBezTo>
                      <a:pt x="8414" y="1"/>
                      <a:pt x="6755" y="593"/>
                      <a:pt x="5390" y="1423"/>
                    </a:cubicBezTo>
                    <a:cubicBezTo>
                      <a:pt x="2664" y="3082"/>
                      <a:pt x="948" y="5869"/>
                      <a:pt x="0" y="8177"/>
                    </a:cubicBezTo>
                    <a:cubicBezTo>
                      <a:pt x="531" y="8950"/>
                      <a:pt x="1185" y="9599"/>
                      <a:pt x="2015" y="10073"/>
                    </a:cubicBezTo>
                    <a:cubicBezTo>
                      <a:pt x="3020" y="10666"/>
                      <a:pt x="4148" y="10964"/>
                      <a:pt x="5390" y="10964"/>
                    </a:cubicBezTo>
                    <a:lnTo>
                      <a:pt x="5925" y="10964"/>
                    </a:lnTo>
                    <a:cubicBezTo>
                      <a:pt x="7229" y="10846"/>
                      <a:pt x="8414" y="10372"/>
                      <a:pt x="9362" y="9661"/>
                    </a:cubicBezTo>
                    <a:cubicBezTo>
                      <a:pt x="10428" y="8831"/>
                      <a:pt x="11258" y="7765"/>
                      <a:pt x="11670" y="6461"/>
                    </a:cubicBezTo>
                    <a:cubicBezTo>
                      <a:pt x="11907" y="5807"/>
                      <a:pt x="12026" y="5096"/>
                      <a:pt x="12026" y="4328"/>
                    </a:cubicBezTo>
                    <a:cubicBezTo>
                      <a:pt x="12026" y="2669"/>
                      <a:pt x="11376" y="1129"/>
                      <a:pt x="10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0"/>
              <p:cNvSpPr/>
              <p:nvPr/>
            </p:nvSpPr>
            <p:spPr>
              <a:xfrm rot="10800000" flipH="1">
                <a:off x="8546813" y="92577"/>
                <a:ext cx="262979" cy="239777"/>
              </a:xfrm>
              <a:custGeom>
                <a:avLst/>
                <a:gdLst/>
                <a:ahLst/>
                <a:cxnLst/>
                <a:rect l="l" t="t" r="r" b="b"/>
                <a:pathLst>
                  <a:path w="12026" h="10965" extrusionOk="0">
                    <a:moveTo>
                      <a:pt x="10367" y="1"/>
                    </a:moveTo>
                    <a:cubicBezTo>
                      <a:pt x="8414" y="1"/>
                      <a:pt x="6755" y="593"/>
                      <a:pt x="5390" y="1423"/>
                    </a:cubicBezTo>
                    <a:cubicBezTo>
                      <a:pt x="2664" y="3082"/>
                      <a:pt x="948" y="5869"/>
                      <a:pt x="0" y="8177"/>
                    </a:cubicBezTo>
                    <a:cubicBezTo>
                      <a:pt x="531" y="8950"/>
                      <a:pt x="1185" y="9599"/>
                      <a:pt x="2015" y="10073"/>
                    </a:cubicBezTo>
                    <a:cubicBezTo>
                      <a:pt x="3020" y="10666"/>
                      <a:pt x="4148" y="10964"/>
                      <a:pt x="5390" y="10964"/>
                    </a:cubicBezTo>
                    <a:lnTo>
                      <a:pt x="5925" y="10964"/>
                    </a:lnTo>
                    <a:cubicBezTo>
                      <a:pt x="7229" y="10846"/>
                      <a:pt x="8414" y="10372"/>
                      <a:pt x="9362" y="9661"/>
                    </a:cubicBezTo>
                    <a:cubicBezTo>
                      <a:pt x="10428" y="8831"/>
                      <a:pt x="11258" y="7765"/>
                      <a:pt x="11670" y="6461"/>
                    </a:cubicBezTo>
                    <a:cubicBezTo>
                      <a:pt x="11907" y="5807"/>
                      <a:pt x="12026" y="5096"/>
                      <a:pt x="12026" y="4328"/>
                    </a:cubicBezTo>
                    <a:cubicBezTo>
                      <a:pt x="12026" y="2669"/>
                      <a:pt x="11376" y="1129"/>
                      <a:pt x="103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0"/>
              <p:cNvSpPr/>
              <p:nvPr/>
            </p:nvSpPr>
            <p:spPr>
              <a:xfrm>
                <a:off x="8585671" y="188818"/>
                <a:ext cx="224120" cy="374415"/>
              </a:xfrm>
              <a:custGeom>
                <a:avLst/>
                <a:gdLst/>
                <a:ahLst/>
                <a:cxnLst/>
                <a:rect l="l" t="t" r="r" b="b"/>
                <a:pathLst>
                  <a:path w="10249" h="17122" extrusionOk="0">
                    <a:moveTo>
                      <a:pt x="7348" y="1"/>
                    </a:moveTo>
                    <a:cubicBezTo>
                      <a:pt x="3257" y="1"/>
                      <a:pt x="1" y="3257"/>
                      <a:pt x="1" y="7348"/>
                    </a:cubicBezTo>
                    <a:lnTo>
                      <a:pt x="1" y="9836"/>
                    </a:lnTo>
                    <a:cubicBezTo>
                      <a:pt x="1" y="13865"/>
                      <a:pt x="3257" y="17122"/>
                      <a:pt x="7348" y="17122"/>
                    </a:cubicBezTo>
                    <a:lnTo>
                      <a:pt x="9893" y="17122"/>
                    </a:lnTo>
                    <a:cubicBezTo>
                      <a:pt x="10130" y="16472"/>
                      <a:pt x="10249" y="15761"/>
                      <a:pt x="10249" y="15050"/>
                    </a:cubicBezTo>
                    <a:cubicBezTo>
                      <a:pt x="10249" y="13391"/>
                      <a:pt x="9599" y="11851"/>
                      <a:pt x="8590" y="10723"/>
                    </a:cubicBezTo>
                    <a:cubicBezTo>
                      <a:pt x="8888" y="10130"/>
                      <a:pt x="9064" y="9481"/>
                      <a:pt x="9064" y="8770"/>
                    </a:cubicBezTo>
                    <a:cubicBezTo>
                      <a:pt x="9064" y="8651"/>
                      <a:pt x="9064" y="8533"/>
                      <a:pt x="9007" y="8414"/>
                    </a:cubicBezTo>
                    <a:cubicBezTo>
                      <a:pt x="9007" y="8116"/>
                      <a:pt x="8945" y="7879"/>
                      <a:pt x="8888" y="7585"/>
                    </a:cubicBezTo>
                    <a:cubicBezTo>
                      <a:pt x="8770" y="7229"/>
                      <a:pt x="8651" y="6931"/>
                      <a:pt x="8471" y="6637"/>
                    </a:cubicBezTo>
                    <a:cubicBezTo>
                      <a:pt x="9599" y="5452"/>
                      <a:pt x="10249" y="3849"/>
                      <a:pt x="10249" y="2134"/>
                    </a:cubicBezTo>
                    <a:cubicBezTo>
                      <a:pt x="10249" y="1423"/>
                      <a:pt x="10130" y="712"/>
                      <a:pt x="9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0"/>
              <p:cNvSpPr/>
              <p:nvPr/>
            </p:nvSpPr>
            <p:spPr>
              <a:xfrm>
                <a:off x="8637496" y="291112"/>
                <a:ext cx="235841" cy="172403"/>
              </a:xfrm>
              <a:custGeom>
                <a:avLst/>
                <a:gdLst/>
                <a:ahLst/>
                <a:cxnLst/>
                <a:rect l="l" t="t" r="r" b="b"/>
                <a:pathLst>
                  <a:path w="10785" h="7884" extrusionOk="0">
                    <a:moveTo>
                      <a:pt x="1" y="1"/>
                    </a:moveTo>
                    <a:lnTo>
                      <a:pt x="1" y="7884"/>
                    </a:lnTo>
                    <a:lnTo>
                      <a:pt x="58" y="7884"/>
                    </a:lnTo>
                    <a:cubicBezTo>
                      <a:pt x="1243" y="6225"/>
                      <a:pt x="3200" y="5097"/>
                      <a:pt x="5390" y="5097"/>
                    </a:cubicBezTo>
                    <a:cubicBezTo>
                      <a:pt x="6755" y="5097"/>
                      <a:pt x="7940" y="5514"/>
                      <a:pt x="8945" y="6163"/>
                    </a:cubicBezTo>
                    <a:cubicBezTo>
                      <a:pt x="9182" y="6282"/>
                      <a:pt x="9362" y="6400"/>
                      <a:pt x="9538" y="6580"/>
                    </a:cubicBezTo>
                    <a:cubicBezTo>
                      <a:pt x="9683" y="6677"/>
                      <a:pt x="9841" y="6721"/>
                      <a:pt x="9995" y="6721"/>
                    </a:cubicBezTo>
                    <a:cubicBezTo>
                      <a:pt x="10407" y="6721"/>
                      <a:pt x="10785" y="6403"/>
                      <a:pt x="10785" y="5926"/>
                    </a:cubicBezTo>
                    <a:lnTo>
                      <a:pt x="10785" y="1959"/>
                    </a:lnTo>
                    <a:cubicBezTo>
                      <a:pt x="10785" y="1533"/>
                      <a:pt x="10417" y="1197"/>
                      <a:pt x="10012" y="1197"/>
                    </a:cubicBezTo>
                    <a:cubicBezTo>
                      <a:pt x="9853" y="1197"/>
                      <a:pt x="9689" y="1249"/>
                      <a:pt x="9538" y="1366"/>
                    </a:cubicBezTo>
                    <a:cubicBezTo>
                      <a:pt x="9362" y="1541"/>
                      <a:pt x="9182" y="1660"/>
                      <a:pt x="8945" y="1779"/>
                    </a:cubicBezTo>
                    <a:cubicBezTo>
                      <a:pt x="7940" y="2433"/>
                      <a:pt x="6755" y="2788"/>
                      <a:pt x="5390" y="2788"/>
                    </a:cubicBezTo>
                    <a:cubicBezTo>
                      <a:pt x="3200" y="2788"/>
                      <a:pt x="1186" y="1722"/>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0"/>
              <p:cNvSpPr/>
              <p:nvPr/>
            </p:nvSpPr>
            <p:spPr>
              <a:xfrm>
                <a:off x="8630980" y="285930"/>
                <a:ext cx="124404" cy="75180"/>
              </a:xfrm>
              <a:custGeom>
                <a:avLst/>
                <a:gdLst/>
                <a:ahLst/>
                <a:cxnLst/>
                <a:rect l="l" t="t" r="r" b="b"/>
                <a:pathLst>
                  <a:path w="5689" h="3438" extrusionOk="0">
                    <a:moveTo>
                      <a:pt x="593" y="1"/>
                    </a:moveTo>
                    <a:lnTo>
                      <a:pt x="0" y="475"/>
                    </a:lnTo>
                    <a:cubicBezTo>
                      <a:pt x="1304" y="2314"/>
                      <a:pt x="3437" y="3438"/>
                      <a:pt x="5688" y="3438"/>
                    </a:cubicBezTo>
                    <a:lnTo>
                      <a:pt x="5688" y="2670"/>
                    </a:lnTo>
                    <a:cubicBezTo>
                      <a:pt x="3674" y="2670"/>
                      <a:pt x="1778" y="1660"/>
                      <a:pt x="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0"/>
              <p:cNvSpPr/>
              <p:nvPr/>
            </p:nvSpPr>
            <p:spPr>
              <a:xfrm>
                <a:off x="8632314" y="394784"/>
                <a:ext cx="123070" cy="72578"/>
              </a:xfrm>
              <a:custGeom>
                <a:avLst/>
                <a:gdLst/>
                <a:ahLst/>
                <a:cxnLst/>
                <a:rect l="l" t="t" r="r" b="b"/>
                <a:pathLst>
                  <a:path w="5628" h="3319" extrusionOk="0">
                    <a:moveTo>
                      <a:pt x="5627" y="0"/>
                    </a:moveTo>
                    <a:cubicBezTo>
                      <a:pt x="3437" y="0"/>
                      <a:pt x="1304" y="1067"/>
                      <a:pt x="1" y="2906"/>
                    </a:cubicBezTo>
                    <a:lnTo>
                      <a:pt x="593" y="3318"/>
                    </a:lnTo>
                    <a:cubicBezTo>
                      <a:pt x="1778" y="1721"/>
                      <a:pt x="3674" y="773"/>
                      <a:pt x="5627" y="773"/>
                    </a:cubicBezTo>
                    <a:lnTo>
                      <a:pt x="56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0"/>
              <p:cNvSpPr/>
              <p:nvPr/>
            </p:nvSpPr>
            <p:spPr>
              <a:xfrm>
                <a:off x="8833098" y="317287"/>
                <a:ext cx="40236" cy="120796"/>
              </a:xfrm>
              <a:custGeom>
                <a:avLst/>
                <a:gdLst/>
                <a:ahLst/>
                <a:cxnLst/>
                <a:rect l="l" t="t" r="r" b="b"/>
                <a:pathLst>
                  <a:path w="1840" h="5524" extrusionOk="0">
                    <a:moveTo>
                      <a:pt x="1067" y="0"/>
                    </a:moveTo>
                    <a:cubicBezTo>
                      <a:pt x="908" y="0"/>
                      <a:pt x="744" y="52"/>
                      <a:pt x="593" y="169"/>
                    </a:cubicBezTo>
                    <a:cubicBezTo>
                      <a:pt x="417" y="344"/>
                      <a:pt x="237" y="463"/>
                      <a:pt x="0" y="582"/>
                    </a:cubicBezTo>
                    <a:lnTo>
                      <a:pt x="0" y="4966"/>
                    </a:lnTo>
                    <a:cubicBezTo>
                      <a:pt x="237" y="5085"/>
                      <a:pt x="417" y="5203"/>
                      <a:pt x="593" y="5383"/>
                    </a:cubicBezTo>
                    <a:cubicBezTo>
                      <a:pt x="738" y="5480"/>
                      <a:pt x="896" y="5524"/>
                      <a:pt x="1050" y="5524"/>
                    </a:cubicBezTo>
                    <a:cubicBezTo>
                      <a:pt x="1462" y="5524"/>
                      <a:pt x="1840" y="5206"/>
                      <a:pt x="1840" y="4729"/>
                    </a:cubicBezTo>
                    <a:lnTo>
                      <a:pt x="1840" y="762"/>
                    </a:lnTo>
                    <a:cubicBezTo>
                      <a:pt x="1840" y="336"/>
                      <a:pt x="1472" y="0"/>
                      <a:pt x="1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6" name="Google Shape;946;p40"/>
            <p:cNvSpPr/>
            <p:nvPr/>
          </p:nvSpPr>
          <p:spPr>
            <a:xfrm>
              <a:off x="806976" y="2690825"/>
              <a:ext cx="174178" cy="174193"/>
            </a:xfrm>
            <a:custGeom>
              <a:avLst/>
              <a:gdLst/>
              <a:ahLst/>
              <a:cxnLst/>
              <a:rect l="l" t="t" r="r" b="b"/>
              <a:pathLst>
                <a:path w="11971" h="11972" extrusionOk="0">
                  <a:moveTo>
                    <a:pt x="5001" y="0"/>
                  </a:moveTo>
                  <a:lnTo>
                    <a:pt x="5001" y="5001"/>
                  </a:lnTo>
                  <a:lnTo>
                    <a:pt x="0" y="5001"/>
                  </a:lnTo>
                  <a:lnTo>
                    <a:pt x="0" y="6971"/>
                  </a:lnTo>
                  <a:lnTo>
                    <a:pt x="5001" y="6971"/>
                  </a:lnTo>
                  <a:lnTo>
                    <a:pt x="5001" y="11971"/>
                  </a:lnTo>
                  <a:lnTo>
                    <a:pt x="6970" y="11971"/>
                  </a:lnTo>
                  <a:lnTo>
                    <a:pt x="6970" y="6971"/>
                  </a:lnTo>
                  <a:lnTo>
                    <a:pt x="11971" y="6971"/>
                  </a:lnTo>
                  <a:lnTo>
                    <a:pt x="11971" y="5001"/>
                  </a:lnTo>
                  <a:lnTo>
                    <a:pt x="6970" y="5001"/>
                  </a:lnTo>
                  <a:lnTo>
                    <a:pt x="69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0"/>
            <p:cNvSpPr/>
            <p:nvPr/>
          </p:nvSpPr>
          <p:spPr>
            <a:xfrm>
              <a:off x="1630875" y="2453200"/>
              <a:ext cx="504821" cy="324046"/>
            </a:xfrm>
            <a:custGeom>
              <a:avLst/>
              <a:gdLst/>
              <a:ahLst/>
              <a:cxnLst/>
              <a:rect l="l" t="t" r="r" b="b"/>
              <a:pathLst>
                <a:path w="55597" h="39858" extrusionOk="0">
                  <a:moveTo>
                    <a:pt x="42538" y="1"/>
                  </a:moveTo>
                  <a:cubicBezTo>
                    <a:pt x="29695" y="1"/>
                    <a:pt x="12950" y="7914"/>
                    <a:pt x="12950" y="7914"/>
                  </a:cubicBezTo>
                  <a:cubicBezTo>
                    <a:pt x="9008" y="26145"/>
                    <a:pt x="0" y="36939"/>
                    <a:pt x="0" y="36939"/>
                  </a:cubicBezTo>
                  <a:cubicBezTo>
                    <a:pt x="0" y="36939"/>
                    <a:pt x="4108" y="39858"/>
                    <a:pt x="13661" y="39858"/>
                  </a:cubicBezTo>
                  <a:cubicBezTo>
                    <a:pt x="16775" y="39858"/>
                    <a:pt x="20468" y="39548"/>
                    <a:pt x="24786" y="38725"/>
                  </a:cubicBezTo>
                  <a:cubicBezTo>
                    <a:pt x="42349" y="35450"/>
                    <a:pt x="55597" y="6199"/>
                    <a:pt x="55597" y="6199"/>
                  </a:cubicBezTo>
                  <a:cubicBezTo>
                    <a:pt x="53269" y="1592"/>
                    <a:pt x="48296" y="1"/>
                    <a:pt x="425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0"/>
            <p:cNvSpPr/>
            <p:nvPr/>
          </p:nvSpPr>
          <p:spPr>
            <a:xfrm>
              <a:off x="2088591" y="2483239"/>
              <a:ext cx="188115" cy="288157"/>
            </a:xfrm>
            <a:custGeom>
              <a:avLst/>
              <a:gdLst/>
              <a:ahLst/>
              <a:cxnLst/>
              <a:rect l="l" t="t" r="r" b="b"/>
              <a:pathLst>
                <a:path w="25007" h="38306" extrusionOk="0">
                  <a:moveTo>
                    <a:pt x="7163" y="0"/>
                  </a:moveTo>
                  <a:cubicBezTo>
                    <a:pt x="2772" y="0"/>
                    <a:pt x="0" y="4438"/>
                    <a:pt x="0" y="4438"/>
                  </a:cubicBezTo>
                  <a:cubicBezTo>
                    <a:pt x="0" y="4438"/>
                    <a:pt x="7966" y="11731"/>
                    <a:pt x="9526" y="18358"/>
                  </a:cubicBezTo>
                  <a:cubicBezTo>
                    <a:pt x="11150" y="24925"/>
                    <a:pt x="11163" y="38306"/>
                    <a:pt x="15016" y="38306"/>
                  </a:cubicBezTo>
                  <a:cubicBezTo>
                    <a:pt x="15048" y="38306"/>
                    <a:pt x="15079" y="38305"/>
                    <a:pt x="15111" y="38303"/>
                  </a:cubicBezTo>
                  <a:cubicBezTo>
                    <a:pt x="15111" y="38303"/>
                    <a:pt x="25006" y="18429"/>
                    <a:pt x="16224" y="6224"/>
                  </a:cubicBezTo>
                  <a:cubicBezTo>
                    <a:pt x="12808" y="1496"/>
                    <a:pt x="9713" y="0"/>
                    <a:pt x="7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E176BF37-6B1A-F528-266E-1C8EE7887891}"/>
              </a:ext>
            </a:extLst>
          </p:cNvPr>
          <p:cNvSpPr txBox="1"/>
          <p:nvPr/>
        </p:nvSpPr>
        <p:spPr>
          <a:xfrm>
            <a:off x="656305" y="275111"/>
            <a:ext cx="8281639" cy="523220"/>
          </a:xfrm>
          <a:prstGeom prst="rect">
            <a:avLst/>
          </a:prstGeom>
          <a:noFill/>
        </p:spPr>
        <p:txBody>
          <a:bodyPr wrap="square" rtlCol="0">
            <a:spAutoFit/>
          </a:bodyPr>
          <a:lstStyle/>
          <a:p>
            <a:r>
              <a:rPr lang="en-CA" sz="2800" b="1" dirty="0">
                <a:solidFill>
                  <a:schemeClr val="tx1"/>
                </a:solidFill>
                <a:latin typeface="Be Vietnam Pro" panose="020B0604020202020204" charset="0"/>
                <a:cs typeface="Arial" panose="020B0604020202020204" pitchFamily="34" charset="0"/>
              </a:rPr>
              <a:t>CLINICAL UTILITY &amp; ETHICAL GOVERNANCE</a:t>
            </a:r>
          </a:p>
        </p:txBody>
      </p:sp>
      <p:pic>
        <p:nvPicPr>
          <p:cNvPr id="4" name="Picture 3">
            <a:extLst>
              <a:ext uri="{FF2B5EF4-FFF2-40B4-BE49-F238E27FC236}">
                <a16:creationId xmlns:a16="http://schemas.microsoft.com/office/drawing/2014/main" id="{C1E45DE1-B6B8-2CD5-E135-E3B5266E5941}"/>
              </a:ext>
            </a:extLst>
          </p:cNvPr>
          <p:cNvPicPr>
            <a:picLocks noChangeAspect="1"/>
          </p:cNvPicPr>
          <p:nvPr/>
        </p:nvPicPr>
        <p:blipFill>
          <a:blip r:embed="rId3"/>
          <a:stretch>
            <a:fillRect/>
          </a:stretch>
        </p:blipFill>
        <p:spPr>
          <a:xfrm>
            <a:off x="4879599" y="2301247"/>
            <a:ext cx="1066892" cy="167655"/>
          </a:xfrm>
          <a:prstGeom prst="rect">
            <a:avLst/>
          </a:prstGeom>
        </p:spPr>
      </p:pic>
      <p:pic>
        <p:nvPicPr>
          <p:cNvPr id="6" name="Picture 5">
            <a:extLst>
              <a:ext uri="{FF2B5EF4-FFF2-40B4-BE49-F238E27FC236}">
                <a16:creationId xmlns:a16="http://schemas.microsoft.com/office/drawing/2014/main" id="{1C0D02A8-FBF7-9DFE-4DB2-E32072BDC252}"/>
              </a:ext>
            </a:extLst>
          </p:cNvPr>
          <p:cNvPicPr>
            <a:picLocks noChangeAspect="1"/>
          </p:cNvPicPr>
          <p:nvPr/>
        </p:nvPicPr>
        <p:blipFill>
          <a:blip r:embed="rId4"/>
          <a:stretch>
            <a:fillRect/>
          </a:stretch>
        </p:blipFill>
        <p:spPr>
          <a:xfrm>
            <a:off x="7353782" y="2320202"/>
            <a:ext cx="1074513" cy="160034"/>
          </a:xfrm>
          <a:prstGeom prst="rect">
            <a:avLst/>
          </a:prstGeom>
        </p:spPr>
      </p:pic>
      <p:pic>
        <p:nvPicPr>
          <p:cNvPr id="8" name="Picture 7">
            <a:extLst>
              <a:ext uri="{FF2B5EF4-FFF2-40B4-BE49-F238E27FC236}">
                <a16:creationId xmlns:a16="http://schemas.microsoft.com/office/drawing/2014/main" id="{BE59E926-F013-617D-E646-A4FBC3B74B5E}"/>
              </a:ext>
            </a:extLst>
          </p:cNvPr>
          <p:cNvPicPr>
            <a:picLocks noChangeAspect="1"/>
          </p:cNvPicPr>
          <p:nvPr/>
        </p:nvPicPr>
        <p:blipFill>
          <a:blip r:embed="rId5"/>
          <a:stretch>
            <a:fillRect/>
          </a:stretch>
        </p:blipFill>
        <p:spPr>
          <a:xfrm>
            <a:off x="5790603" y="2483497"/>
            <a:ext cx="518205" cy="198137"/>
          </a:xfrm>
          <a:prstGeom prst="rect">
            <a:avLst/>
          </a:prstGeom>
        </p:spPr>
      </p:pic>
      <p:pic>
        <p:nvPicPr>
          <p:cNvPr id="10" name="Picture 9">
            <a:extLst>
              <a:ext uri="{FF2B5EF4-FFF2-40B4-BE49-F238E27FC236}">
                <a16:creationId xmlns:a16="http://schemas.microsoft.com/office/drawing/2014/main" id="{3BFFFF41-8F9C-9DD1-6F0B-23E4541665BF}"/>
              </a:ext>
            </a:extLst>
          </p:cNvPr>
          <p:cNvPicPr>
            <a:picLocks noChangeAspect="1"/>
          </p:cNvPicPr>
          <p:nvPr/>
        </p:nvPicPr>
        <p:blipFill>
          <a:blip r:embed="rId6"/>
          <a:stretch>
            <a:fillRect/>
          </a:stretch>
        </p:blipFill>
        <p:spPr>
          <a:xfrm>
            <a:off x="6547864" y="2485932"/>
            <a:ext cx="495343" cy="160034"/>
          </a:xfrm>
          <a:prstGeom prst="rect">
            <a:avLst/>
          </a:prstGeom>
        </p:spPr>
      </p:pic>
      <p:pic>
        <p:nvPicPr>
          <p:cNvPr id="11" name="Picture 10">
            <a:extLst>
              <a:ext uri="{FF2B5EF4-FFF2-40B4-BE49-F238E27FC236}">
                <a16:creationId xmlns:a16="http://schemas.microsoft.com/office/drawing/2014/main" id="{4531DF6D-657A-053B-80B5-D3CD0E99B84D}"/>
              </a:ext>
            </a:extLst>
          </p:cNvPr>
          <p:cNvPicPr>
            <a:picLocks noChangeAspect="1"/>
          </p:cNvPicPr>
          <p:nvPr/>
        </p:nvPicPr>
        <p:blipFill>
          <a:blip r:embed="rId3"/>
          <a:stretch>
            <a:fillRect/>
          </a:stretch>
        </p:blipFill>
        <p:spPr>
          <a:xfrm>
            <a:off x="6412982" y="3033269"/>
            <a:ext cx="1066892" cy="167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52"/>
          <p:cNvSpPr txBox="1">
            <a:spLocks noGrp="1"/>
          </p:cNvSpPr>
          <p:nvPr>
            <p:ph type="title"/>
          </p:nvPr>
        </p:nvSpPr>
        <p:spPr>
          <a:xfrm>
            <a:off x="931798" y="74226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a:t>
            </a:r>
            <a:endParaRPr dirty="0"/>
          </a:p>
        </p:txBody>
      </p:sp>
      <p:sp>
        <p:nvSpPr>
          <p:cNvPr id="1458" name="Google Shape;1458;p52"/>
          <p:cNvSpPr txBox="1">
            <a:spLocks noGrp="1"/>
          </p:cNvSpPr>
          <p:nvPr>
            <p:ph type="body" idx="1"/>
          </p:nvPr>
        </p:nvSpPr>
        <p:spPr>
          <a:xfrm>
            <a:off x="420651" y="1484066"/>
            <a:ext cx="7704000" cy="3705600"/>
          </a:xfrm>
          <a:prstGeom prst="rect">
            <a:avLst/>
          </a:prstGeom>
        </p:spPr>
        <p:txBody>
          <a:bodyPr spcFirstLastPara="1" wrap="square" lIns="91425" tIns="91425" rIns="91425" bIns="91425" anchor="t" anchorCtr="0">
            <a:noAutofit/>
          </a:bodyPr>
          <a:lstStyle/>
          <a:p>
            <a:r>
              <a:rPr lang="en-US" dirty="0"/>
              <a:t>This project proves that a fully integrated AI pipeline, from secure SQL data storage to complex Random Forest predictions, is technically viable. But the real success is its clinical utility. In a busy family practice, raw data isn't enough; we need actionable insights.</a:t>
            </a:r>
          </a:p>
          <a:p>
            <a:r>
              <a:rPr lang="en-US" dirty="0"/>
              <a:t>By scaling this engine, the future uses are vast. We can use these models for proactive triage, flagging a high-risk patient before they even sit in the exam room. We can optimize resource allocation by predicting emergency visit spikes, and we can transform chronic disease management by turning years of blood pressure logs into an early-warning system. </a:t>
            </a:r>
          </a:p>
          <a:p>
            <a:r>
              <a:rPr lang="en-US" dirty="0"/>
              <a:t>Ultimately, this engine bridges the gap between raw data and frontline patient care. </a:t>
            </a:r>
          </a:p>
          <a:p>
            <a:endParaRPr lang="en-US" dirty="0"/>
          </a:p>
          <a:p>
            <a:endParaRPr lang="en-US" dirty="0"/>
          </a:p>
          <a:p>
            <a:pPr marL="139700" indent="0">
              <a:buNone/>
            </a:pPr>
            <a:endParaRPr lang="en-US" dirty="0"/>
          </a:p>
        </p:txBody>
      </p:sp>
      <p:grpSp>
        <p:nvGrpSpPr>
          <p:cNvPr id="1459" name="Google Shape;1459;p52"/>
          <p:cNvGrpSpPr/>
          <p:nvPr/>
        </p:nvGrpSpPr>
        <p:grpSpPr>
          <a:xfrm>
            <a:off x="6599622" y="3020612"/>
            <a:ext cx="2130100" cy="1977696"/>
            <a:chOff x="5897875" y="2109000"/>
            <a:chExt cx="2293389" cy="2129302"/>
          </a:xfrm>
        </p:grpSpPr>
        <p:sp>
          <p:nvSpPr>
            <p:cNvPr id="1460" name="Google Shape;1460;p52"/>
            <p:cNvSpPr/>
            <p:nvPr/>
          </p:nvSpPr>
          <p:spPr>
            <a:xfrm>
              <a:off x="5897875" y="2204089"/>
              <a:ext cx="2293389" cy="2034213"/>
            </a:xfrm>
            <a:custGeom>
              <a:avLst/>
              <a:gdLst/>
              <a:ahLst/>
              <a:cxnLst/>
              <a:rect l="l" t="t" r="r" b="b"/>
              <a:pathLst>
                <a:path w="129369" h="114749" extrusionOk="0">
                  <a:moveTo>
                    <a:pt x="0" y="0"/>
                  </a:moveTo>
                  <a:lnTo>
                    <a:pt x="0" y="114748"/>
                  </a:lnTo>
                  <a:lnTo>
                    <a:pt x="129369" y="114748"/>
                  </a:lnTo>
                  <a:lnTo>
                    <a:pt x="1293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52"/>
            <p:cNvSpPr/>
            <p:nvPr/>
          </p:nvSpPr>
          <p:spPr>
            <a:xfrm>
              <a:off x="5897875" y="3501299"/>
              <a:ext cx="2293389" cy="736985"/>
            </a:xfrm>
            <a:custGeom>
              <a:avLst/>
              <a:gdLst/>
              <a:ahLst/>
              <a:cxnLst/>
              <a:rect l="l" t="t" r="r" b="b"/>
              <a:pathLst>
                <a:path w="129369" h="41573" extrusionOk="0">
                  <a:moveTo>
                    <a:pt x="0" y="1"/>
                  </a:moveTo>
                  <a:lnTo>
                    <a:pt x="0" y="41572"/>
                  </a:lnTo>
                  <a:lnTo>
                    <a:pt x="129369" y="41572"/>
                  </a:lnTo>
                  <a:lnTo>
                    <a:pt x="1293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2"/>
            <p:cNvSpPr/>
            <p:nvPr/>
          </p:nvSpPr>
          <p:spPr>
            <a:xfrm>
              <a:off x="6481951" y="2204089"/>
              <a:ext cx="121097" cy="119997"/>
            </a:xfrm>
            <a:custGeom>
              <a:avLst/>
              <a:gdLst/>
              <a:ahLst/>
              <a:cxnLst/>
              <a:rect l="l" t="t" r="r" b="b"/>
              <a:pathLst>
                <a:path w="6831" h="6769" extrusionOk="0">
                  <a:moveTo>
                    <a:pt x="1" y="0"/>
                  </a:moveTo>
                  <a:lnTo>
                    <a:pt x="1" y="6769"/>
                  </a:lnTo>
                  <a:lnTo>
                    <a:pt x="6831" y="6769"/>
                  </a:lnTo>
                  <a:lnTo>
                    <a:pt x="683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2"/>
            <p:cNvSpPr/>
            <p:nvPr/>
          </p:nvSpPr>
          <p:spPr>
            <a:xfrm>
              <a:off x="7483697" y="2204089"/>
              <a:ext cx="121185" cy="119997"/>
            </a:xfrm>
            <a:custGeom>
              <a:avLst/>
              <a:gdLst/>
              <a:ahLst/>
              <a:cxnLst/>
              <a:rect l="l" t="t" r="r" b="b"/>
              <a:pathLst>
                <a:path w="6836" h="6769" extrusionOk="0">
                  <a:moveTo>
                    <a:pt x="0" y="0"/>
                  </a:moveTo>
                  <a:lnTo>
                    <a:pt x="0" y="6769"/>
                  </a:lnTo>
                  <a:lnTo>
                    <a:pt x="6835" y="6769"/>
                  </a:lnTo>
                  <a:lnTo>
                    <a:pt x="68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2"/>
            <p:cNvSpPr/>
            <p:nvPr/>
          </p:nvSpPr>
          <p:spPr>
            <a:xfrm>
              <a:off x="6023472" y="2324067"/>
              <a:ext cx="2041020" cy="1807815"/>
            </a:xfrm>
            <a:custGeom>
              <a:avLst/>
              <a:gdLst/>
              <a:ahLst/>
              <a:cxnLst/>
              <a:rect l="l" t="t" r="r" b="b"/>
              <a:pathLst>
                <a:path w="115133" h="101978" extrusionOk="0">
                  <a:moveTo>
                    <a:pt x="0" y="1"/>
                  </a:moveTo>
                  <a:lnTo>
                    <a:pt x="0" y="101978"/>
                  </a:lnTo>
                  <a:lnTo>
                    <a:pt x="115132" y="101978"/>
                  </a:lnTo>
                  <a:lnTo>
                    <a:pt x="11513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52"/>
            <p:cNvSpPr/>
            <p:nvPr/>
          </p:nvSpPr>
          <p:spPr>
            <a:xfrm>
              <a:off x="6023472" y="2324067"/>
              <a:ext cx="2041020" cy="243434"/>
            </a:xfrm>
            <a:custGeom>
              <a:avLst/>
              <a:gdLst/>
              <a:ahLst/>
              <a:cxnLst/>
              <a:rect l="l" t="t" r="r" b="b"/>
              <a:pathLst>
                <a:path w="115133" h="13732" extrusionOk="0">
                  <a:moveTo>
                    <a:pt x="0" y="1"/>
                  </a:moveTo>
                  <a:lnTo>
                    <a:pt x="0" y="13732"/>
                  </a:lnTo>
                  <a:lnTo>
                    <a:pt x="115132" y="13732"/>
                  </a:lnTo>
                  <a:lnTo>
                    <a:pt x="11513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52"/>
            <p:cNvSpPr/>
            <p:nvPr/>
          </p:nvSpPr>
          <p:spPr>
            <a:xfrm>
              <a:off x="6604215" y="2109000"/>
              <a:ext cx="880684" cy="318138"/>
            </a:xfrm>
            <a:custGeom>
              <a:avLst/>
              <a:gdLst/>
              <a:ahLst/>
              <a:cxnLst/>
              <a:rect l="l" t="t" r="r" b="b"/>
              <a:pathLst>
                <a:path w="49679" h="17946" extrusionOk="0">
                  <a:moveTo>
                    <a:pt x="0" y="0"/>
                  </a:moveTo>
                  <a:lnTo>
                    <a:pt x="0" y="17946"/>
                  </a:lnTo>
                  <a:lnTo>
                    <a:pt x="49679" y="17946"/>
                  </a:lnTo>
                  <a:lnTo>
                    <a:pt x="4967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2"/>
            <p:cNvSpPr/>
            <p:nvPr/>
          </p:nvSpPr>
          <p:spPr>
            <a:xfrm>
              <a:off x="6673210" y="2317278"/>
              <a:ext cx="742605" cy="367952"/>
            </a:xfrm>
            <a:custGeom>
              <a:avLst/>
              <a:gdLst/>
              <a:ahLst/>
              <a:cxnLst/>
              <a:rect l="l" t="t" r="r" b="b"/>
              <a:pathLst>
                <a:path w="41890" h="20756" extrusionOk="0">
                  <a:moveTo>
                    <a:pt x="1" y="0"/>
                  </a:moveTo>
                  <a:lnTo>
                    <a:pt x="1" y="12838"/>
                  </a:lnTo>
                  <a:cubicBezTo>
                    <a:pt x="1" y="17241"/>
                    <a:pt x="3577" y="20756"/>
                    <a:pt x="7919" y="20756"/>
                  </a:cubicBezTo>
                  <a:lnTo>
                    <a:pt x="33971" y="20756"/>
                  </a:lnTo>
                  <a:cubicBezTo>
                    <a:pt x="38313" y="20756"/>
                    <a:pt x="41889" y="17241"/>
                    <a:pt x="41889" y="12838"/>
                  </a:cubicBezTo>
                  <a:lnTo>
                    <a:pt x="41889" y="0"/>
                  </a:lnTo>
                  <a:lnTo>
                    <a:pt x="39912" y="0"/>
                  </a:lnTo>
                  <a:lnTo>
                    <a:pt x="39912" y="12838"/>
                  </a:lnTo>
                  <a:cubicBezTo>
                    <a:pt x="39912" y="16092"/>
                    <a:pt x="37230" y="18774"/>
                    <a:pt x="33971" y="18774"/>
                  </a:cubicBezTo>
                  <a:lnTo>
                    <a:pt x="7919" y="18774"/>
                  </a:lnTo>
                  <a:cubicBezTo>
                    <a:pt x="4665" y="18774"/>
                    <a:pt x="1983" y="16092"/>
                    <a:pt x="1983" y="12838"/>
                  </a:cubicBezTo>
                  <a:lnTo>
                    <a:pt x="1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2"/>
            <p:cNvSpPr/>
            <p:nvPr/>
          </p:nvSpPr>
          <p:spPr>
            <a:xfrm>
              <a:off x="6604215" y="2264114"/>
              <a:ext cx="193531" cy="98459"/>
            </a:xfrm>
            <a:custGeom>
              <a:avLst/>
              <a:gdLst/>
              <a:ahLst/>
              <a:cxnLst/>
              <a:rect l="l" t="t" r="r" b="b"/>
              <a:pathLst>
                <a:path w="10917" h="5554" extrusionOk="0">
                  <a:moveTo>
                    <a:pt x="0" y="1"/>
                  </a:moveTo>
                  <a:lnTo>
                    <a:pt x="0" y="5554"/>
                  </a:lnTo>
                  <a:lnTo>
                    <a:pt x="8174" y="5554"/>
                  </a:lnTo>
                  <a:cubicBezTo>
                    <a:pt x="9706" y="5554"/>
                    <a:pt x="10917" y="4343"/>
                    <a:pt x="10917" y="2810"/>
                  </a:cubicBezTo>
                  <a:cubicBezTo>
                    <a:pt x="10917" y="1278"/>
                    <a:pt x="9706" y="1"/>
                    <a:pt x="8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2"/>
            <p:cNvSpPr/>
            <p:nvPr/>
          </p:nvSpPr>
          <p:spPr>
            <a:xfrm>
              <a:off x="7291268" y="2264114"/>
              <a:ext cx="193620" cy="98459"/>
            </a:xfrm>
            <a:custGeom>
              <a:avLst/>
              <a:gdLst/>
              <a:ahLst/>
              <a:cxnLst/>
              <a:rect l="l" t="t" r="r" b="b"/>
              <a:pathLst>
                <a:path w="10922" h="5554" extrusionOk="0">
                  <a:moveTo>
                    <a:pt x="2748" y="1"/>
                  </a:moveTo>
                  <a:cubicBezTo>
                    <a:pt x="1216" y="1"/>
                    <a:pt x="0" y="1278"/>
                    <a:pt x="0" y="2810"/>
                  </a:cubicBezTo>
                  <a:cubicBezTo>
                    <a:pt x="0" y="4343"/>
                    <a:pt x="1216" y="5554"/>
                    <a:pt x="2748" y="5554"/>
                  </a:cubicBezTo>
                  <a:lnTo>
                    <a:pt x="10922" y="5554"/>
                  </a:lnTo>
                  <a:lnTo>
                    <a:pt x="1092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2"/>
            <p:cNvSpPr/>
            <p:nvPr/>
          </p:nvSpPr>
          <p:spPr>
            <a:xfrm>
              <a:off x="6777357" y="2780296"/>
              <a:ext cx="417766" cy="568273"/>
            </a:xfrm>
            <a:custGeom>
              <a:avLst/>
              <a:gdLst/>
              <a:ahLst/>
              <a:cxnLst/>
              <a:rect l="l" t="t" r="r" b="b"/>
              <a:pathLst>
                <a:path w="23566" h="32056" extrusionOk="0">
                  <a:moveTo>
                    <a:pt x="19284" y="0"/>
                  </a:moveTo>
                  <a:lnTo>
                    <a:pt x="17435" y="1533"/>
                  </a:lnTo>
                  <a:cubicBezTo>
                    <a:pt x="16602" y="2299"/>
                    <a:pt x="15775" y="3065"/>
                    <a:pt x="15070" y="3893"/>
                  </a:cubicBezTo>
                  <a:cubicBezTo>
                    <a:pt x="14431" y="4659"/>
                    <a:pt x="13859" y="5425"/>
                    <a:pt x="13348" y="6192"/>
                  </a:cubicBezTo>
                  <a:cubicBezTo>
                    <a:pt x="10983" y="9834"/>
                    <a:pt x="9706" y="14109"/>
                    <a:pt x="9706" y="18518"/>
                  </a:cubicBezTo>
                  <a:lnTo>
                    <a:pt x="9706" y="21772"/>
                  </a:lnTo>
                  <a:cubicBezTo>
                    <a:pt x="9706" y="25859"/>
                    <a:pt x="6386" y="29245"/>
                    <a:pt x="2238" y="29245"/>
                  </a:cubicBezTo>
                  <a:lnTo>
                    <a:pt x="0" y="29245"/>
                  </a:lnTo>
                  <a:lnTo>
                    <a:pt x="0" y="32055"/>
                  </a:lnTo>
                  <a:lnTo>
                    <a:pt x="2238" y="32055"/>
                  </a:lnTo>
                  <a:cubicBezTo>
                    <a:pt x="7918" y="32055"/>
                    <a:pt x="12516" y="27391"/>
                    <a:pt x="12516" y="21772"/>
                  </a:cubicBezTo>
                  <a:lnTo>
                    <a:pt x="12516" y="18518"/>
                  </a:lnTo>
                  <a:cubicBezTo>
                    <a:pt x="12454" y="15003"/>
                    <a:pt x="13410" y="11683"/>
                    <a:pt x="15070" y="8746"/>
                  </a:cubicBezTo>
                  <a:cubicBezTo>
                    <a:pt x="15581" y="7852"/>
                    <a:pt x="16158" y="7024"/>
                    <a:pt x="16797" y="6192"/>
                  </a:cubicBezTo>
                  <a:cubicBezTo>
                    <a:pt x="17563" y="5298"/>
                    <a:pt x="18329" y="4470"/>
                    <a:pt x="19284" y="3637"/>
                  </a:cubicBezTo>
                  <a:lnTo>
                    <a:pt x="235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52"/>
            <p:cNvSpPr/>
            <p:nvPr/>
          </p:nvSpPr>
          <p:spPr>
            <a:xfrm>
              <a:off x="6777357" y="3194582"/>
              <a:ext cx="417766" cy="568273"/>
            </a:xfrm>
            <a:custGeom>
              <a:avLst/>
              <a:gdLst/>
              <a:ahLst/>
              <a:cxnLst/>
              <a:rect l="l" t="t" r="r" b="b"/>
              <a:pathLst>
                <a:path w="23566" h="32056" extrusionOk="0">
                  <a:moveTo>
                    <a:pt x="0" y="1"/>
                  </a:moveTo>
                  <a:lnTo>
                    <a:pt x="0" y="2810"/>
                  </a:lnTo>
                  <a:lnTo>
                    <a:pt x="2238" y="2810"/>
                  </a:lnTo>
                  <a:cubicBezTo>
                    <a:pt x="6386" y="2810"/>
                    <a:pt x="9706" y="6131"/>
                    <a:pt x="9706" y="10279"/>
                  </a:cubicBezTo>
                  <a:lnTo>
                    <a:pt x="9706" y="13538"/>
                  </a:lnTo>
                  <a:cubicBezTo>
                    <a:pt x="9706" y="17941"/>
                    <a:pt x="10983" y="22222"/>
                    <a:pt x="13348" y="25798"/>
                  </a:cubicBezTo>
                  <a:cubicBezTo>
                    <a:pt x="13859" y="26625"/>
                    <a:pt x="14431" y="27392"/>
                    <a:pt x="15070" y="28097"/>
                  </a:cubicBezTo>
                  <a:cubicBezTo>
                    <a:pt x="15775" y="28991"/>
                    <a:pt x="16602" y="29757"/>
                    <a:pt x="17435" y="30523"/>
                  </a:cubicBezTo>
                  <a:lnTo>
                    <a:pt x="19284" y="32056"/>
                  </a:lnTo>
                  <a:lnTo>
                    <a:pt x="23565" y="32056"/>
                  </a:lnTo>
                  <a:lnTo>
                    <a:pt x="19284" y="28352"/>
                  </a:lnTo>
                  <a:cubicBezTo>
                    <a:pt x="18329" y="27586"/>
                    <a:pt x="17563" y="26753"/>
                    <a:pt x="16797" y="25798"/>
                  </a:cubicBezTo>
                  <a:cubicBezTo>
                    <a:pt x="16158" y="25032"/>
                    <a:pt x="15581" y="24199"/>
                    <a:pt x="15070" y="23305"/>
                  </a:cubicBezTo>
                  <a:cubicBezTo>
                    <a:pt x="13410" y="20368"/>
                    <a:pt x="12454" y="16986"/>
                    <a:pt x="12516" y="13538"/>
                  </a:cubicBezTo>
                  <a:lnTo>
                    <a:pt x="12516" y="10279"/>
                  </a:lnTo>
                  <a:cubicBezTo>
                    <a:pt x="12516" y="4598"/>
                    <a:pt x="7918" y="1"/>
                    <a:pt x="22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2"/>
            <p:cNvSpPr/>
            <p:nvPr/>
          </p:nvSpPr>
          <p:spPr>
            <a:xfrm>
              <a:off x="6118561" y="2809723"/>
              <a:ext cx="453984" cy="913480"/>
            </a:xfrm>
            <a:custGeom>
              <a:avLst/>
              <a:gdLst/>
              <a:ahLst/>
              <a:cxnLst/>
              <a:rect l="l" t="t" r="r" b="b"/>
              <a:pathLst>
                <a:path w="25609" h="51529" extrusionOk="0">
                  <a:moveTo>
                    <a:pt x="24970" y="0"/>
                  </a:moveTo>
                  <a:cubicBezTo>
                    <a:pt x="18135" y="256"/>
                    <a:pt x="12005" y="3065"/>
                    <a:pt x="7535" y="7535"/>
                  </a:cubicBezTo>
                  <a:cubicBezTo>
                    <a:pt x="2876" y="12194"/>
                    <a:pt x="0" y="18646"/>
                    <a:pt x="0" y="25798"/>
                  </a:cubicBezTo>
                  <a:cubicBezTo>
                    <a:pt x="0" y="39779"/>
                    <a:pt x="11111" y="51145"/>
                    <a:pt x="25031" y="51528"/>
                  </a:cubicBezTo>
                  <a:lnTo>
                    <a:pt x="25608" y="51528"/>
                  </a:lnTo>
                  <a:lnTo>
                    <a:pt x="25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2"/>
            <p:cNvSpPr/>
            <p:nvPr/>
          </p:nvSpPr>
          <p:spPr>
            <a:xfrm>
              <a:off x="6275943" y="2986305"/>
              <a:ext cx="209380" cy="560295"/>
            </a:xfrm>
            <a:custGeom>
              <a:avLst/>
              <a:gdLst/>
              <a:ahLst/>
              <a:cxnLst/>
              <a:rect l="l" t="t" r="r" b="b"/>
              <a:pathLst>
                <a:path w="11811" h="31606" extrusionOk="0">
                  <a:moveTo>
                    <a:pt x="3704" y="1"/>
                  </a:moveTo>
                  <a:cubicBezTo>
                    <a:pt x="1661" y="1"/>
                    <a:pt x="0" y="1661"/>
                    <a:pt x="0" y="3704"/>
                  </a:cubicBezTo>
                  <a:lnTo>
                    <a:pt x="0" y="27902"/>
                  </a:lnTo>
                  <a:cubicBezTo>
                    <a:pt x="0" y="29946"/>
                    <a:pt x="1661" y="31606"/>
                    <a:pt x="3704" y="31606"/>
                  </a:cubicBezTo>
                  <a:lnTo>
                    <a:pt x="11811" y="31606"/>
                  </a:lnTo>
                  <a:lnTo>
                    <a:pt x="118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2"/>
            <p:cNvSpPr/>
            <p:nvPr/>
          </p:nvSpPr>
          <p:spPr>
            <a:xfrm>
              <a:off x="6367593" y="2809723"/>
              <a:ext cx="409789" cy="409789"/>
            </a:xfrm>
            <a:custGeom>
              <a:avLst/>
              <a:gdLst/>
              <a:ahLst/>
              <a:cxnLst/>
              <a:rect l="l" t="t" r="r" b="b"/>
              <a:pathLst>
                <a:path w="23116" h="23116" extrusionOk="0">
                  <a:moveTo>
                    <a:pt x="10922" y="0"/>
                  </a:moveTo>
                  <a:cubicBezTo>
                    <a:pt x="4792" y="384"/>
                    <a:pt x="0" y="5426"/>
                    <a:pt x="0" y="11556"/>
                  </a:cubicBezTo>
                  <a:cubicBezTo>
                    <a:pt x="0" y="13216"/>
                    <a:pt x="322" y="14815"/>
                    <a:pt x="960" y="16219"/>
                  </a:cubicBezTo>
                  <a:cubicBezTo>
                    <a:pt x="1788" y="18069"/>
                    <a:pt x="3132" y="19729"/>
                    <a:pt x="4792" y="20945"/>
                  </a:cubicBezTo>
                  <a:cubicBezTo>
                    <a:pt x="6641" y="22349"/>
                    <a:pt x="9006" y="23116"/>
                    <a:pt x="11560" y="23116"/>
                  </a:cubicBezTo>
                  <a:cubicBezTo>
                    <a:pt x="14114" y="23116"/>
                    <a:pt x="16475" y="22349"/>
                    <a:pt x="18390" y="20945"/>
                  </a:cubicBezTo>
                  <a:cubicBezTo>
                    <a:pt x="21266" y="18835"/>
                    <a:pt x="23115" y="15387"/>
                    <a:pt x="23115" y="11556"/>
                  </a:cubicBezTo>
                  <a:cubicBezTo>
                    <a:pt x="23115" y="11045"/>
                    <a:pt x="23115" y="10473"/>
                    <a:pt x="23054" y="9962"/>
                  </a:cubicBezTo>
                  <a:cubicBezTo>
                    <a:pt x="22288" y="4343"/>
                    <a:pt x="17435" y="0"/>
                    <a:pt x="115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52"/>
            <p:cNvSpPr/>
            <p:nvPr/>
          </p:nvSpPr>
          <p:spPr>
            <a:xfrm>
              <a:off x="6367593" y="3313390"/>
              <a:ext cx="409789" cy="409807"/>
            </a:xfrm>
            <a:custGeom>
              <a:avLst/>
              <a:gdLst/>
              <a:ahLst/>
              <a:cxnLst/>
              <a:rect l="l" t="t" r="r" b="b"/>
              <a:pathLst>
                <a:path w="23116" h="23117" extrusionOk="0">
                  <a:moveTo>
                    <a:pt x="11560" y="1"/>
                  </a:moveTo>
                  <a:cubicBezTo>
                    <a:pt x="9006" y="1"/>
                    <a:pt x="6641" y="834"/>
                    <a:pt x="4792" y="2172"/>
                  </a:cubicBezTo>
                  <a:cubicBezTo>
                    <a:pt x="3132" y="3388"/>
                    <a:pt x="1788" y="5048"/>
                    <a:pt x="960" y="6897"/>
                  </a:cubicBezTo>
                  <a:cubicBezTo>
                    <a:pt x="322" y="8368"/>
                    <a:pt x="0" y="9901"/>
                    <a:pt x="0" y="11561"/>
                  </a:cubicBezTo>
                  <a:cubicBezTo>
                    <a:pt x="0" y="17752"/>
                    <a:pt x="4853" y="22799"/>
                    <a:pt x="10983" y="23116"/>
                  </a:cubicBezTo>
                  <a:lnTo>
                    <a:pt x="11560" y="23116"/>
                  </a:lnTo>
                  <a:cubicBezTo>
                    <a:pt x="17435" y="23116"/>
                    <a:pt x="22288" y="18774"/>
                    <a:pt x="23054" y="13155"/>
                  </a:cubicBezTo>
                  <a:cubicBezTo>
                    <a:pt x="23115" y="12644"/>
                    <a:pt x="23115" y="12072"/>
                    <a:pt x="23115" y="11561"/>
                  </a:cubicBezTo>
                  <a:lnTo>
                    <a:pt x="23115" y="10984"/>
                  </a:lnTo>
                  <a:lnTo>
                    <a:pt x="23115" y="10412"/>
                  </a:lnTo>
                  <a:cubicBezTo>
                    <a:pt x="23054" y="10284"/>
                    <a:pt x="23054" y="10156"/>
                    <a:pt x="23054" y="10029"/>
                  </a:cubicBezTo>
                  <a:cubicBezTo>
                    <a:pt x="23054" y="9901"/>
                    <a:pt x="22988" y="9773"/>
                    <a:pt x="22988" y="9645"/>
                  </a:cubicBezTo>
                  <a:cubicBezTo>
                    <a:pt x="22988" y="9518"/>
                    <a:pt x="22926" y="9390"/>
                    <a:pt x="22926" y="9196"/>
                  </a:cubicBezTo>
                  <a:cubicBezTo>
                    <a:pt x="22860" y="9068"/>
                    <a:pt x="22860" y="8941"/>
                    <a:pt x="22799" y="8752"/>
                  </a:cubicBezTo>
                  <a:cubicBezTo>
                    <a:pt x="22732" y="8557"/>
                    <a:pt x="22671" y="8302"/>
                    <a:pt x="22605" y="8113"/>
                  </a:cubicBezTo>
                  <a:cubicBezTo>
                    <a:pt x="22543" y="7919"/>
                    <a:pt x="22543" y="7791"/>
                    <a:pt x="22477" y="7602"/>
                  </a:cubicBezTo>
                  <a:cubicBezTo>
                    <a:pt x="22477" y="7602"/>
                    <a:pt x="22416" y="7602"/>
                    <a:pt x="22416" y="7536"/>
                  </a:cubicBezTo>
                  <a:cubicBezTo>
                    <a:pt x="22416" y="7408"/>
                    <a:pt x="22349" y="7280"/>
                    <a:pt x="22288" y="7153"/>
                  </a:cubicBezTo>
                  <a:cubicBezTo>
                    <a:pt x="22288" y="7091"/>
                    <a:pt x="22221" y="7025"/>
                    <a:pt x="22221" y="6964"/>
                  </a:cubicBezTo>
                  <a:lnTo>
                    <a:pt x="22032" y="6581"/>
                  </a:lnTo>
                  <a:cubicBezTo>
                    <a:pt x="22032" y="6581"/>
                    <a:pt x="22032" y="6514"/>
                    <a:pt x="21966" y="6514"/>
                  </a:cubicBezTo>
                  <a:cubicBezTo>
                    <a:pt x="21905" y="6386"/>
                    <a:pt x="21838" y="6259"/>
                    <a:pt x="21777" y="6070"/>
                  </a:cubicBezTo>
                  <a:cubicBezTo>
                    <a:pt x="21711" y="5942"/>
                    <a:pt x="21583" y="5814"/>
                    <a:pt x="21522" y="5620"/>
                  </a:cubicBezTo>
                  <a:cubicBezTo>
                    <a:pt x="21455" y="5559"/>
                    <a:pt x="21455" y="5492"/>
                    <a:pt x="21394" y="5431"/>
                  </a:cubicBezTo>
                  <a:cubicBezTo>
                    <a:pt x="21266" y="5237"/>
                    <a:pt x="21138" y="4982"/>
                    <a:pt x="20944" y="4793"/>
                  </a:cubicBezTo>
                  <a:cubicBezTo>
                    <a:pt x="20883" y="4726"/>
                    <a:pt x="20817" y="4598"/>
                    <a:pt x="20755" y="4537"/>
                  </a:cubicBezTo>
                  <a:cubicBezTo>
                    <a:pt x="20689" y="4471"/>
                    <a:pt x="20628" y="4343"/>
                    <a:pt x="20561" y="4282"/>
                  </a:cubicBezTo>
                  <a:cubicBezTo>
                    <a:pt x="20500" y="4215"/>
                    <a:pt x="20433" y="4154"/>
                    <a:pt x="20433" y="4088"/>
                  </a:cubicBezTo>
                  <a:cubicBezTo>
                    <a:pt x="20244" y="3899"/>
                    <a:pt x="20050" y="3643"/>
                    <a:pt x="19861" y="3449"/>
                  </a:cubicBezTo>
                  <a:cubicBezTo>
                    <a:pt x="19795" y="3388"/>
                    <a:pt x="19734" y="3321"/>
                    <a:pt x="19667" y="3321"/>
                  </a:cubicBezTo>
                  <a:lnTo>
                    <a:pt x="19284" y="2938"/>
                  </a:lnTo>
                  <a:cubicBezTo>
                    <a:pt x="19156" y="2877"/>
                    <a:pt x="19095" y="2749"/>
                    <a:pt x="18967" y="2622"/>
                  </a:cubicBezTo>
                  <a:cubicBezTo>
                    <a:pt x="18840" y="2555"/>
                    <a:pt x="18712" y="2494"/>
                    <a:pt x="18646" y="2366"/>
                  </a:cubicBezTo>
                  <a:cubicBezTo>
                    <a:pt x="18518" y="2300"/>
                    <a:pt x="18457" y="2238"/>
                    <a:pt x="18390" y="2172"/>
                  </a:cubicBezTo>
                  <a:cubicBezTo>
                    <a:pt x="18262" y="2111"/>
                    <a:pt x="18135" y="2044"/>
                    <a:pt x="18007" y="1917"/>
                  </a:cubicBezTo>
                  <a:cubicBezTo>
                    <a:pt x="17752" y="1789"/>
                    <a:pt x="17496" y="1600"/>
                    <a:pt x="17241" y="1472"/>
                  </a:cubicBezTo>
                  <a:cubicBezTo>
                    <a:pt x="17179" y="1406"/>
                    <a:pt x="17113" y="1406"/>
                    <a:pt x="16985" y="1344"/>
                  </a:cubicBezTo>
                  <a:lnTo>
                    <a:pt x="16602" y="1150"/>
                  </a:lnTo>
                  <a:lnTo>
                    <a:pt x="16541" y="1089"/>
                  </a:lnTo>
                  <a:cubicBezTo>
                    <a:pt x="16413" y="1023"/>
                    <a:pt x="16219" y="961"/>
                    <a:pt x="16091" y="895"/>
                  </a:cubicBezTo>
                  <a:cubicBezTo>
                    <a:pt x="15902" y="834"/>
                    <a:pt x="15708" y="767"/>
                    <a:pt x="15519" y="640"/>
                  </a:cubicBezTo>
                  <a:cubicBezTo>
                    <a:pt x="15325" y="640"/>
                    <a:pt x="15197" y="578"/>
                    <a:pt x="15070" y="512"/>
                  </a:cubicBezTo>
                  <a:lnTo>
                    <a:pt x="14942" y="512"/>
                  </a:lnTo>
                  <a:cubicBezTo>
                    <a:pt x="14814" y="451"/>
                    <a:pt x="14687" y="384"/>
                    <a:pt x="14559" y="384"/>
                  </a:cubicBezTo>
                  <a:cubicBezTo>
                    <a:pt x="14498" y="384"/>
                    <a:pt x="14498" y="323"/>
                    <a:pt x="14431" y="323"/>
                  </a:cubicBezTo>
                  <a:cubicBezTo>
                    <a:pt x="14242" y="323"/>
                    <a:pt x="14048" y="256"/>
                    <a:pt x="13920" y="195"/>
                  </a:cubicBezTo>
                  <a:cubicBezTo>
                    <a:pt x="13731" y="195"/>
                    <a:pt x="13537" y="129"/>
                    <a:pt x="13348" y="129"/>
                  </a:cubicBezTo>
                  <a:lnTo>
                    <a:pt x="13221" y="129"/>
                  </a:lnTo>
                  <a:cubicBezTo>
                    <a:pt x="13093" y="67"/>
                    <a:pt x="12965" y="67"/>
                    <a:pt x="12771" y="67"/>
                  </a:cubicBezTo>
                  <a:lnTo>
                    <a:pt x="12710" y="67"/>
                  </a:lnTo>
                  <a:cubicBezTo>
                    <a:pt x="12516" y="1"/>
                    <a:pt x="12327" y="1"/>
                    <a:pt x="121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2"/>
            <p:cNvSpPr/>
            <p:nvPr/>
          </p:nvSpPr>
          <p:spPr>
            <a:xfrm>
              <a:off x="6634724" y="3322449"/>
              <a:ext cx="7995" cy="2287"/>
            </a:xfrm>
            <a:custGeom>
              <a:avLst/>
              <a:gdLst/>
              <a:ahLst/>
              <a:cxnLst/>
              <a:rect l="l" t="t" r="r" b="b"/>
              <a:pathLst>
                <a:path w="451" h="129" extrusionOk="0">
                  <a:moveTo>
                    <a:pt x="1" y="1"/>
                  </a:moveTo>
                  <a:cubicBezTo>
                    <a:pt x="128" y="67"/>
                    <a:pt x="256" y="129"/>
                    <a:pt x="450" y="129"/>
                  </a:cubicBezTo>
                  <a:cubicBezTo>
                    <a:pt x="323" y="129"/>
                    <a:pt x="128" y="67"/>
                    <a:pt x="1" y="1"/>
                  </a:cubicBezTo>
                  <a:close/>
                </a:path>
              </a:pathLst>
            </a:custGeom>
            <a:solidFill>
              <a:srgbClr val="CC91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2"/>
            <p:cNvSpPr/>
            <p:nvPr/>
          </p:nvSpPr>
          <p:spPr>
            <a:xfrm>
              <a:off x="6485301" y="3200202"/>
              <a:ext cx="87237" cy="132513"/>
            </a:xfrm>
            <a:custGeom>
              <a:avLst/>
              <a:gdLst/>
              <a:ahLst/>
              <a:cxnLst/>
              <a:rect l="l" t="t" r="r" b="b"/>
              <a:pathLst>
                <a:path w="4921" h="7475" extrusionOk="0">
                  <a:moveTo>
                    <a:pt x="1" y="1"/>
                  </a:moveTo>
                  <a:lnTo>
                    <a:pt x="1" y="7474"/>
                  </a:lnTo>
                  <a:cubicBezTo>
                    <a:pt x="1472" y="6769"/>
                    <a:pt x="3132" y="6386"/>
                    <a:pt x="4920" y="6386"/>
                  </a:cubicBezTo>
                  <a:lnTo>
                    <a:pt x="4920" y="1089"/>
                  </a:lnTo>
                  <a:cubicBezTo>
                    <a:pt x="3132" y="1089"/>
                    <a:pt x="1472" y="706"/>
                    <a:pt x="1" y="1"/>
                  </a:cubicBezTo>
                  <a:close/>
                </a:path>
              </a:pathLst>
            </a:custGeom>
            <a:solidFill>
              <a:srgbClr val="B53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2"/>
            <p:cNvSpPr/>
            <p:nvPr/>
          </p:nvSpPr>
          <p:spPr>
            <a:xfrm>
              <a:off x="6384611" y="3097242"/>
              <a:ext cx="100710" cy="338436"/>
            </a:xfrm>
            <a:custGeom>
              <a:avLst/>
              <a:gdLst/>
              <a:ahLst/>
              <a:cxnLst/>
              <a:rect l="l" t="t" r="r" b="b"/>
              <a:pathLst>
                <a:path w="5681" h="19091" extrusionOk="0">
                  <a:moveTo>
                    <a:pt x="0" y="0"/>
                  </a:moveTo>
                  <a:lnTo>
                    <a:pt x="0" y="639"/>
                  </a:lnTo>
                  <a:lnTo>
                    <a:pt x="0" y="18452"/>
                  </a:lnTo>
                  <a:lnTo>
                    <a:pt x="0" y="19090"/>
                  </a:lnTo>
                  <a:cubicBezTo>
                    <a:pt x="828" y="17241"/>
                    <a:pt x="2172" y="15581"/>
                    <a:pt x="3832" y="14365"/>
                  </a:cubicBezTo>
                  <a:cubicBezTo>
                    <a:pt x="4404" y="13982"/>
                    <a:pt x="4981" y="13599"/>
                    <a:pt x="5681" y="13282"/>
                  </a:cubicBezTo>
                  <a:lnTo>
                    <a:pt x="5681" y="5809"/>
                  </a:lnTo>
                  <a:cubicBezTo>
                    <a:pt x="4981" y="5492"/>
                    <a:pt x="4404" y="5109"/>
                    <a:pt x="3832" y="4726"/>
                  </a:cubicBezTo>
                  <a:cubicBezTo>
                    <a:pt x="2172" y="3510"/>
                    <a:pt x="828" y="185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2"/>
            <p:cNvSpPr/>
            <p:nvPr/>
          </p:nvSpPr>
          <p:spPr>
            <a:xfrm>
              <a:off x="6719672" y="3374532"/>
              <a:ext cx="55434" cy="109857"/>
            </a:xfrm>
            <a:custGeom>
              <a:avLst/>
              <a:gdLst/>
              <a:ahLst/>
              <a:cxnLst/>
              <a:rect l="l" t="t" r="r" b="b"/>
              <a:pathLst>
                <a:path w="3127" h="6197" extrusionOk="0">
                  <a:moveTo>
                    <a:pt x="0" y="0"/>
                  </a:moveTo>
                  <a:lnTo>
                    <a:pt x="0" y="0"/>
                  </a:lnTo>
                  <a:cubicBezTo>
                    <a:pt x="189" y="194"/>
                    <a:pt x="383" y="450"/>
                    <a:pt x="572" y="639"/>
                  </a:cubicBezTo>
                  <a:cubicBezTo>
                    <a:pt x="572" y="705"/>
                    <a:pt x="639" y="766"/>
                    <a:pt x="700" y="833"/>
                  </a:cubicBezTo>
                  <a:cubicBezTo>
                    <a:pt x="767" y="894"/>
                    <a:pt x="828" y="1022"/>
                    <a:pt x="894" y="1088"/>
                  </a:cubicBezTo>
                  <a:cubicBezTo>
                    <a:pt x="956" y="1149"/>
                    <a:pt x="1022" y="1277"/>
                    <a:pt x="1083" y="1344"/>
                  </a:cubicBezTo>
                  <a:cubicBezTo>
                    <a:pt x="1277" y="1533"/>
                    <a:pt x="1405" y="1788"/>
                    <a:pt x="1533" y="1982"/>
                  </a:cubicBezTo>
                  <a:cubicBezTo>
                    <a:pt x="1594" y="2043"/>
                    <a:pt x="1594" y="2110"/>
                    <a:pt x="1661" y="2171"/>
                  </a:cubicBezTo>
                  <a:cubicBezTo>
                    <a:pt x="1722" y="2365"/>
                    <a:pt x="1850" y="2493"/>
                    <a:pt x="1916" y="2621"/>
                  </a:cubicBezTo>
                  <a:cubicBezTo>
                    <a:pt x="1977" y="2810"/>
                    <a:pt x="2044" y="2937"/>
                    <a:pt x="2105" y="3065"/>
                  </a:cubicBezTo>
                  <a:cubicBezTo>
                    <a:pt x="2171" y="3065"/>
                    <a:pt x="2171" y="3132"/>
                    <a:pt x="2171" y="3132"/>
                  </a:cubicBezTo>
                  <a:lnTo>
                    <a:pt x="2360" y="3515"/>
                  </a:lnTo>
                  <a:cubicBezTo>
                    <a:pt x="2360" y="3576"/>
                    <a:pt x="2427" y="3642"/>
                    <a:pt x="2427" y="3704"/>
                  </a:cubicBezTo>
                  <a:cubicBezTo>
                    <a:pt x="2488" y="3831"/>
                    <a:pt x="2555" y="3959"/>
                    <a:pt x="2555" y="4087"/>
                  </a:cubicBezTo>
                  <a:cubicBezTo>
                    <a:pt x="2555" y="4153"/>
                    <a:pt x="2616" y="4153"/>
                    <a:pt x="2616" y="4153"/>
                  </a:cubicBezTo>
                  <a:cubicBezTo>
                    <a:pt x="2682" y="4342"/>
                    <a:pt x="2682" y="4470"/>
                    <a:pt x="2744" y="4664"/>
                  </a:cubicBezTo>
                  <a:cubicBezTo>
                    <a:pt x="2810" y="4853"/>
                    <a:pt x="2871" y="5108"/>
                    <a:pt x="2938" y="5303"/>
                  </a:cubicBezTo>
                  <a:cubicBezTo>
                    <a:pt x="2999" y="5492"/>
                    <a:pt x="2999" y="5619"/>
                    <a:pt x="3065" y="5747"/>
                  </a:cubicBezTo>
                  <a:cubicBezTo>
                    <a:pt x="3065" y="5941"/>
                    <a:pt x="3127" y="6069"/>
                    <a:pt x="3127" y="6196"/>
                  </a:cubicBezTo>
                  <a:lnTo>
                    <a:pt x="3127" y="6196"/>
                  </a:lnTo>
                  <a:lnTo>
                    <a:pt x="3127" y="6196"/>
                  </a:lnTo>
                  <a:cubicBezTo>
                    <a:pt x="3127" y="6069"/>
                    <a:pt x="3065" y="5941"/>
                    <a:pt x="3065" y="5747"/>
                  </a:cubicBezTo>
                  <a:cubicBezTo>
                    <a:pt x="2999" y="5619"/>
                    <a:pt x="2999" y="5492"/>
                    <a:pt x="2938" y="5303"/>
                  </a:cubicBezTo>
                  <a:cubicBezTo>
                    <a:pt x="2871" y="5108"/>
                    <a:pt x="2810" y="4853"/>
                    <a:pt x="2744" y="4664"/>
                  </a:cubicBezTo>
                  <a:cubicBezTo>
                    <a:pt x="2682" y="4470"/>
                    <a:pt x="2682" y="4342"/>
                    <a:pt x="2616" y="4153"/>
                  </a:cubicBezTo>
                  <a:cubicBezTo>
                    <a:pt x="2616" y="4153"/>
                    <a:pt x="2555" y="4153"/>
                    <a:pt x="2555" y="4087"/>
                  </a:cubicBezTo>
                  <a:cubicBezTo>
                    <a:pt x="2555" y="3959"/>
                    <a:pt x="2488" y="3831"/>
                    <a:pt x="2427" y="3704"/>
                  </a:cubicBezTo>
                  <a:cubicBezTo>
                    <a:pt x="2427" y="3642"/>
                    <a:pt x="2360" y="3576"/>
                    <a:pt x="2360" y="3515"/>
                  </a:cubicBezTo>
                  <a:lnTo>
                    <a:pt x="2171" y="3132"/>
                  </a:lnTo>
                  <a:cubicBezTo>
                    <a:pt x="2171" y="3132"/>
                    <a:pt x="2171" y="3065"/>
                    <a:pt x="2105" y="3065"/>
                  </a:cubicBezTo>
                  <a:cubicBezTo>
                    <a:pt x="2044" y="2937"/>
                    <a:pt x="1977" y="2810"/>
                    <a:pt x="1916" y="2621"/>
                  </a:cubicBezTo>
                  <a:cubicBezTo>
                    <a:pt x="1850" y="2493"/>
                    <a:pt x="1722" y="2365"/>
                    <a:pt x="1661" y="2171"/>
                  </a:cubicBezTo>
                  <a:cubicBezTo>
                    <a:pt x="1594" y="2110"/>
                    <a:pt x="1594" y="2043"/>
                    <a:pt x="1533" y="1982"/>
                  </a:cubicBezTo>
                  <a:cubicBezTo>
                    <a:pt x="1405" y="1788"/>
                    <a:pt x="1277" y="1533"/>
                    <a:pt x="1083" y="1344"/>
                  </a:cubicBezTo>
                  <a:cubicBezTo>
                    <a:pt x="1022" y="1277"/>
                    <a:pt x="956" y="1149"/>
                    <a:pt x="894" y="1088"/>
                  </a:cubicBezTo>
                  <a:cubicBezTo>
                    <a:pt x="828" y="1022"/>
                    <a:pt x="767" y="894"/>
                    <a:pt x="700" y="833"/>
                  </a:cubicBezTo>
                  <a:cubicBezTo>
                    <a:pt x="639" y="766"/>
                    <a:pt x="572" y="705"/>
                    <a:pt x="572" y="639"/>
                  </a:cubicBezTo>
                  <a:cubicBezTo>
                    <a:pt x="383" y="450"/>
                    <a:pt x="189" y="194"/>
                    <a:pt x="0" y="0"/>
                  </a:cubicBezTo>
                  <a:close/>
                </a:path>
              </a:pathLst>
            </a:custGeom>
            <a:solidFill>
              <a:srgbClr val="CC91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2"/>
            <p:cNvSpPr/>
            <p:nvPr/>
          </p:nvSpPr>
          <p:spPr>
            <a:xfrm>
              <a:off x="6384611" y="3212700"/>
              <a:ext cx="376922" cy="107517"/>
            </a:xfrm>
            <a:custGeom>
              <a:avLst/>
              <a:gdLst/>
              <a:ahLst/>
              <a:cxnLst/>
              <a:rect l="l" t="t" r="r" b="b"/>
              <a:pathLst>
                <a:path w="21262" h="6065" extrusionOk="0">
                  <a:moveTo>
                    <a:pt x="0" y="1"/>
                  </a:moveTo>
                  <a:lnTo>
                    <a:pt x="0" y="6064"/>
                  </a:lnTo>
                  <a:lnTo>
                    <a:pt x="21261" y="6064"/>
                  </a:lnTo>
                  <a:lnTo>
                    <a:pt x="21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2"/>
            <p:cNvSpPr/>
            <p:nvPr/>
          </p:nvSpPr>
          <p:spPr>
            <a:xfrm>
              <a:off x="6728731" y="3163985"/>
              <a:ext cx="83780" cy="204948"/>
            </a:xfrm>
            <a:custGeom>
              <a:avLst/>
              <a:gdLst/>
              <a:ahLst/>
              <a:cxnLst/>
              <a:rect l="l" t="t" r="r" b="b"/>
              <a:pathLst>
                <a:path w="4726" h="11561" extrusionOk="0">
                  <a:moveTo>
                    <a:pt x="2360" y="0"/>
                  </a:moveTo>
                  <a:cubicBezTo>
                    <a:pt x="1083" y="0"/>
                    <a:pt x="0" y="1088"/>
                    <a:pt x="0" y="2365"/>
                  </a:cubicBezTo>
                  <a:lnTo>
                    <a:pt x="0" y="9195"/>
                  </a:lnTo>
                  <a:cubicBezTo>
                    <a:pt x="0" y="10472"/>
                    <a:pt x="1083" y="11560"/>
                    <a:pt x="2360" y="11560"/>
                  </a:cubicBezTo>
                  <a:cubicBezTo>
                    <a:pt x="3704" y="11560"/>
                    <a:pt x="4725" y="10472"/>
                    <a:pt x="4725" y="9195"/>
                  </a:cubicBezTo>
                  <a:lnTo>
                    <a:pt x="4725" y="2365"/>
                  </a:lnTo>
                  <a:cubicBezTo>
                    <a:pt x="4725" y="1088"/>
                    <a:pt x="3704" y="0"/>
                    <a:pt x="23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2"/>
            <p:cNvSpPr/>
            <p:nvPr/>
          </p:nvSpPr>
          <p:spPr>
            <a:xfrm>
              <a:off x="6893984" y="3194582"/>
              <a:ext cx="416596" cy="568273"/>
            </a:xfrm>
            <a:custGeom>
              <a:avLst/>
              <a:gdLst/>
              <a:ahLst/>
              <a:cxnLst/>
              <a:rect l="l" t="t" r="r" b="b"/>
              <a:pathLst>
                <a:path w="23500" h="32056" extrusionOk="0">
                  <a:moveTo>
                    <a:pt x="21328" y="1"/>
                  </a:moveTo>
                  <a:cubicBezTo>
                    <a:pt x="15643" y="1"/>
                    <a:pt x="11045" y="4598"/>
                    <a:pt x="11045" y="10279"/>
                  </a:cubicBezTo>
                  <a:lnTo>
                    <a:pt x="11045" y="13538"/>
                  </a:lnTo>
                  <a:cubicBezTo>
                    <a:pt x="11045" y="16986"/>
                    <a:pt x="10151" y="20368"/>
                    <a:pt x="8491" y="23305"/>
                  </a:cubicBezTo>
                  <a:cubicBezTo>
                    <a:pt x="7980" y="24199"/>
                    <a:pt x="7408" y="25032"/>
                    <a:pt x="6769" y="25798"/>
                  </a:cubicBezTo>
                  <a:cubicBezTo>
                    <a:pt x="6003" y="26753"/>
                    <a:pt x="5171" y="27586"/>
                    <a:pt x="4277" y="28352"/>
                  </a:cubicBezTo>
                  <a:lnTo>
                    <a:pt x="1" y="32056"/>
                  </a:lnTo>
                  <a:lnTo>
                    <a:pt x="4277" y="32056"/>
                  </a:lnTo>
                  <a:lnTo>
                    <a:pt x="6131" y="30523"/>
                  </a:lnTo>
                  <a:cubicBezTo>
                    <a:pt x="6958" y="29757"/>
                    <a:pt x="7791" y="28991"/>
                    <a:pt x="8491" y="28097"/>
                  </a:cubicBezTo>
                  <a:cubicBezTo>
                    <a:pt x="9129" y="27392"/>
                    <a:pt x="9707" y="26625"/>
                    <a:pt x="10218" y="25798"/>
                  </a:cubicBezTo>
                  <a:cubicBezTo>
                    <a:pt x="12578" y="22222"/>
                    <a:pt x="13855" y="17941"/>
                    <a:pt x="13855" y="13538"/>
                  </a:cubicBezTo>
                  <a:lnTo>
                    <a:pt x="13855" y="10279"/>
                  </a:lnTo>
                  <a:cubicBezTo>
                    <a:pt x="13855" y="6131"/>
                    <a:pt x="17175" y="2810"/>
                    <a:pt x="21328" y="2810"/>
                  </a:cubicBezTo>
                  <a:lnTo>
                    <a:pt x="23499" y="2810"/>
                  </a:lnTo>
                  <a:lnTo>
                    <a:pt x="234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2"/>
            <p:cNvSpPr/>
            <p:nvPr/>
          </p:nvSpPr>
          <p:spPr>
            <a:xfrm>
              <a:off x="6893984" y="2780296"/>
              <a:ext cx="416596" cy="568273"/>
            </a:xfrm>
            <a:custGeom>
              <a:avLst/>
              <a:gdLst/>
              <a:ahLst/>
              <a:cxnLst/>
              <a:rect l="l" t="t" r="r" b="b"/>
              <a:pathLst>
                <a:path w="23500" h="32056" extrusionOk="0">
                  <a:moveTo>
                    <a:pt x="1" y="0"/>
                  </a:moveTo>
                  <a:lnTo>
                    <a:pt x="4277" y="3637"/>
                  </a:lnTo>
                  <a:cubicBezTo>
                    <a:pt x="5171" y="4470"/>
                    <a:pt x="6003" y="5298"/>
                    <a:pt x="6769" y="6192"/>
                  </a:cubicBezTo>
                  <a:cubicBezTo>
                    <a:pt x="7408" y="7024"/>
                    <a:pt x="7980" y="7852"/>
                    <a:pt x="8491" y="8746"/>
                  </a:cubicBezTo>
                  <a:cubicBezTo>
                    <a:pt x="10151" y="11683"/>
                    <a:pt x="11045" y="15003"/>
                    <a:pt x="11045" y="18518"/>
                  </a:cubicBezTo>
                  <a:lnTo>
                    <a:pt x="11045" y="21772"/>
                  </a:lnTo>
                  <a:cubicBezTo>
                    <a:pt x="11045" y="27391"/>
                    <a:pt x="15643" y="32055"/>
                    <a:pt x="21328" y="32055"/>
                  </a:cubicBezTo>
                  <a:lnTo>
                    <a:pt x="23499" y="32055"/>
                  </a:lnTo>
                  <a:lnTo>
                    <a:pt x="23499" y="29245"/>
                  </a:lnTo>
                  <a:lnTo>
                    <a:pt x="21328" y="29245"/>
                  </a:lnTo>
                  <a:cubicBezTo>
                    <a:pt x="17175" y="29245"/>
                    <a:pt x="13855" y="25859"/>
                    <a:pt x="13855" y="21772"/>
                  </a:cubicBezTo>
                  <a:lnTo>
                    <a:pt x="13855" y="18518"/>
                  </a:lnTo>
                  <a:cubicBezTo>
                    <a:pt x="13855" y="14109"/>
                    <a:pt x="12578" y="9834"/>
                    <a:pt x="10218" y="6192"/>
                  </a:cubicBezTo>
                  <a:cubicBezTo>
                    <a:pt x="9707" y="5425"/>
                    <a:pt x="9129" y="4659"/>
                    <a:pt x="8491" y="3893"/>
                  </a:cubicBezTo>
                  <a:cubicBezTo>
                    <a:pt x="7791" y="3065"/>
                    <a:pt x="6958" y="2299"/>
                    <a:pt x="6131" y="1533"/>
                  </a:cubicBezTo>
                  <a:lnTo>
                    <a:pt x="42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2"/>
            <p:cNvSpPr/>
            <p:nvPr/>
          </p:nvSpPr>
          <p:spPr>
            <a:xfrm>
              <a:off x="7516563" y="2809723"/>
              <a:ext cx="453895" cy="913480"/>
            </a:xfrm>
            <a:custGeom>
              <a:avLst/>
              <a:gdLst/>
              <a:ahLst/>
              <a:cxnLst/>
              <a:rect l="l" t="t" r="r" b="b"/>
              <a:pathLst>
                <a:path w="25604" h="51529" extrusionOk="0">
                  <a:moveTo>
                    <a:pt x="1" y="0"/>
                  </a:moveTo>
                  <a:lnTo>
                    <a:pt x="1" y="51528"/>
                  </a:lnTo>
                  <a:lnTo>
                    <a:pt x="573" y="51528"/>
                  </a:lnTo>
                  <a:cubicBezTo>
                    <a:pt x="14493" y="51145"/>
                    <a:pt x="25604" y="39779"/>
                    <a:pt x="25604" y="25798"/>
                  </a:cubicBezTo>
                  <a:cubicBezTo>
                    <a:pt x="25604" y="18646"/>
                    <a:pt x="22733" y="12194"/>
                    <a:pt x="18069" y="7535"/>
                  </a:cubicBezTo>
                  <a:cubicBezTo>
                    <a:pt x="13599" y="3065"/>
                    <a:pt x="7469" y="256"/>
                    <a:pt x="6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52"/>
            <p:cNvSpPr/>
            <p:nvPr/>
          </p:nvSpPr>
          <p:spPr>
            <a:xfrm>
              <a:off x="7603675" y="2986305"/>
              <a:ext cx="209486" cy="560295"/>
            </a:xfrm>
            <a:custGeom>
              <a:avLst/>
              <a:gdLst/>
              <a:ahLst/>
              <a:cxnLst/>
              <a:rect l="l" t="t" r="r" b="b"/>
              <a:pathLst>
                <a:path w="11817" h="31606" extrusionOk="0">
                  <a:moveTo>
                    <a:pt x="1" y="1"/>
                  </a:moveTo>
                  <a:lnTo>
                    <a:pt x="1" y="31606"/>
                  </a:lnTo>
                  <a:lnTo>
                    <a:pt x="8113" y="31606"/>
                  </a:lnTo>
                  <a:cubicBezTo>
                    <a:pt x="10156" y="31606"/>
                    <a:pt x="11816" y="29946"/>
                    <a:pt x="11816" y="27902"/>
                  </a:cubicBezTo>
                  <a:lnTo>
                    <a:pt x="11816" y="3704"/>
                  </a:lnTo>
                  <a:cubicBezTo>
                    <a:pt x="11816" y="1661"/>
                    <a:pt x="10156" y="1"/>
                    <a:pt x="81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52"/>
            <p:cNvSpPr/>
            <p:nvPr/>
          </p:nvSpPr>
          <p:spPr>
            <a:xfrm>
              <a:off x="7310555" y="2809723"/>
              <a:ext cx="410870" cy="409789"/>
            </a:xfrm>
            <a:custGeom>
              <a:avLst/>
              <a:gdLst/>
              <a:ahLst/>
              <a:cxnLst/>
              <a:rect l="l" t="t" r="r" b="b"/>
              <a:pathLst>
                <a:path w="23177" h="23116" extrusionOk="0">
                  <a:moveTo>
                    <a:pt x="11622" y="0"/>
                  </a:moveTo>
                  <a:cubicBezTo>
                    <a:pt x="5747" y="0"/>
                    <a:pt x="894" y="4343"/>
                    <a:pt x="128" y="9962"/>
                  </a:cubicBezTo>
                  <a:cubicBezTo>
                    <a:pt x="62" y="10473"/>
                    <a:pt x="0" y="11045"/>
                    <a:pt x="0" y="11556"/>
                  </a:cubicBezTo>
                  <a:cubicBezTo>
                    <a:pt x="0" y="15387"/>
                    <a:pt x="1916" y="18835"/>
                    <a:pt x="4787" y="20945"/>
                  </a:cubicBezTo>
                  <a:cubicBezTo>
                    <a:pt x="6702" y="22349"/>
                    <a:pt x="9068" y="23116"/>
                    <a:pt x="11622" y="23116"/>
                  </a:cubicBezTo>
                  <a:cubicBezTo>
                    <a:pt x="14176" y="23116"/>
                    <a:pt x="16475" y="22349"/>
                    <a:pt x="18390" y="20945"/>
                  </a:cubicBezTo>
                  <a:cubicBezTo>
                    <a:pt x="20050" y="19729"/>
                    <a:pt x="21389" y="18069"/>
                    <a:pt x="22221" y="16219"/>
                  </a:cubicBezTo>
                  <a:cubicBezTo>
                    <a:pt x="22860" y="14815"/>
                    <a:pt x="23177" y="13216"/>
                    <a:pt x="23177" y="11556"/>
                  </a:cubicBezTo>
                  <a:cubicBezTo>
                    <a:pt x="23177" y="5426"/>
                    <a:pt x="18324" y="384"/>
                    <a:pt x="122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52"/>
            <p:cNvSpPr/>
            <p:nvPr/>
          </p:nvSpPr>
          <p:spPr>
            <a:xfrm>
              <a:off x="7310555" y="3313390"/>
              <a:ext cx="410870" cy="409807"/>
            </a:xfrm>
            <a:custGeom>
              <a:avLst/>
              <a:gdLst/>
              <a:ahLst/>
              <a:cxnLst/>
              <a:rect l="l" t="t" r="r" b="b"/>
              <a:pathLst>
                <a:path w="23177" h="23117" extrusionOk="0">
                  <a:moveTo>
                    <a:pt x="10983" y="1"/>
                  </a:moveTo>
                  <a:cubicBezTo>
                    <a:pt x="10789" y="1"/>
                    <a:pt x="10661" y="1"/>
                    <a:pt x="10472" y="67"/>
                  </a:cubicBezTo>
                  <a:lnTo>
                    <a:pt x="10406" y="67"/>
                  </a:lnTo>
                  <a:cubicBezTo>
                    <a:pt x="10217" y="67"/>
                    <a:pt x="10089" y="67"/>
                    <a:pt x="9961" y="129"/>
                  </a:cubicBezTo>
                  <a:lnTo>
                    <a:pt x="9834" y="129"/>
                  </a:lnTo>
                  <a:cubicBezTo>
                    <a:pt x="9640" y="129"/>
                    <a:pt x="9451" y="195"/>
                    <a:pt x="9257" y="195"/>
                  </a:cubicBezTo>
                  <a:cubicBezTo>
                    <a:pt x="9068" y="256"/>
                    <a:pt x="8940" y="323"/>
                    <a:pt x="8746" y="323"/>
                  </a:cubicBezTo>
                  <a:cubicBezTo>
                    <a:pt x="8684" y="323"/>
                    <a:pt x="8684" y="384"/>
                    <a:pt x="8618" y="384"/>
                  </a:cubicBezTo>
                  <a:cubicBezTo>
                    <a:pt x="8490" y="384"/>
                    <a:pt x="8363" y="451"/>
                    <a:pt x="8235" y="512"/>
                  </a:cubicBezTo>
                  <a:lnTo>
                    <a:pt x="8107" y="512"/>
                  </a:lnTo>
                  <a:cubicBezTo>
                    <a:pt x="7979" y="578"/>
                    <a:pt x="7790" y="640"/>
                    <a:pt x="7663" y="640"/>
                  </a:cubicBezTo>
                  <a:cubicBezTo>
                    <a:pt x="7469" y="767"/>
                    <a:pt x="7280" y="834"/>
                    <a:pt x="7085" y="895"/>
                  </a:cubicBezTo>
                  <a:cubicBezTo>
                    <a:pt x="6958" y="961"/>
                    <a:pt x="6769" y="1023"/>
                    <a:pt x="6575" y="1089"/>
                  </a:cubicBezTo>
                  <a:lnTo>
                    <a:pt x="6575" y="1150"/>
                  </a:lnTo>
                  <a:lnTo>
                    <a:pt x="6192" y="1344"/>
                  </a:lnTo>
                  <a:cubicBezTo>
                    <a:pt x="6064" y="1406"/>
                    <a:pt x="6003" y="1406"/>
                    <a:pt x="5936" y="1472"/>
                  </a:cubicBezTo>
                  <a:cubicBezTo>
                    <a:pt x="5681" y="1600"/>
                    <a:pt x="5425" y="1789"/>
                    <a:pt x="5170" y="1917"/>
                  </a:cubicBezTo>
                  <a:cubicBezTo>
                    <a:pt x="5042" y="2044"/>
                    <a:pt x="4914" y="2111"/>
                    <a:pt x="4787" y="2172"/>
                  </a:cubicBezTo>
                  <a:cubicBezTo>
                    <a:pt x="4725" y="2238"/>
                    <a:pt x="4598" y="2300"/>
                    <a:pt x="4531" y="2366"/>
                  </a:cubicBezTo>
                  <a:cubicBezTo>
                    <a:pt x="4470" y="2494"/>
                    <a:pt x="4342" y="2555"/>
                    <a:pt x="4215" y="2622"/>
                  </a:cubicBezTo>
                  <a:lnTo>
                    <a:pt x="3893" y="2938"/>
                  </a:lnTo>
                  <a:lnTo>
                    <a:pt x="3510" y="3321"/>
                  </a:lnTo>
                  <a:cubicBezTo>
                    <a:pt x="3448" y="3321"/>
                    <a:pt x="3382" y="3388"/>
                    <a:pt x="3321" y="3449"/>
                  </a:cubicBezTo>
                  <a:cubicBezTo>
                    <a:pt x="3127" y="3643"/>
                    <a:pt x="2938" y="3899"/>
                    <a:pt x="2743" y="4088"/>
                  </a:cubicBezTo>
                  <a:cubicBezTo>
                    <a:pt x="2743" y="4154"/>
                    <a:pt x="2682" y="4215"/>
                    <a:pt x="2616" y="4282"/>
                  </a:cubicBezTo>
                  <a:cubicBezTo>
                    <a:pt x="2554" y="4343"/>
                    <a:pt x="2488" y="4471"/>
                    <a:pt x="2427" y="4537"/>
                  </a:cubicBezTo>
                  <a:cubicBezTo>
                    <a:pt x="2360" y="4598"/>
                    <a:pt x="2299" y="4726"/>
                    <a:pt x="2233" y="4793"/>
                  </a:cubicBezTo>
                  <a:cubicBezTo>
                    <a:pt x="2044" y="4982"/>
                    <a:pt x="1916" y="5237"/>
                    <a:pt x="1788" y="5431"/>
                  </a:cubicBezTo>
                  <a:cubicBezTo>
                    <a:pt x="1722" y="5492"/>
                    <a:pt x="1722" y="5559"/>
                    <a:pt x="1660" y="5620"/>
                  </a:cubicBezTo>
                  <a:cubicBezTo>
                    <a:pt x="1594" y="5814"/>
                    <a:pt x="1466" y="5942"/>
                    <a:pt x="1405" y="6070"/>
                  </a:cubicBezTo>
                  <a:cubicBezTo>
                    <a:pt x="1339" y="6259"/>
                    <a:pt x="1277" y="6386"/>
                    <a:pt x="1150" y="6514"/>
                  </a:cubicBezTo>
                  <a:lnTo>
                    <a:pt x="1150" y="6581"/>
                  </a:lnTo>
                  <a:lnTo>
                    <a:pt x="955" y="6964"/>
                  </a:lnTo>
                  <a:cubicBezTo>
                    <a:pt x="955" y="7025"/>
                    <a:pt x="894" y="7091"/>
                    <a:pt x="894" y="7153"/>
                  </a:cubicBezTo>
                  <a:cubicBezTo>
                    <a:pt x="828" y="7280"/>
                    <a:pt x="766" y="7408"/>
                    <a:pt x="766" y="7536"/>
                  </a:cubicBezTo>
                  <a:lnTo>
                    <a:pt x="700" y="7602"/>
                  </a:lnTo>
                  <a:cubicBezTo>
                    <a:pt x="639" y="7791"/>
                    <a:pt x="572" y="7919"/>
                    <a:pt x="572" y="8113"/>
                  </a:cubicBezTo>
                  <a:cubicBezTo>
                    <a:pt x="511" y="8302"/>
                    <a:pt x="445" y="8557"/>
                    <a:pt x="383" y="8752"/>
                  </a:cubicBezTo>
                  <a:cubicBezTo>
                    <a:pt x="317" y="8941"/>
                    <a:pt x="317" y="9068"/>
                    <a:pt x="256" y="9196"/>
                  </a:cubicBezTo>
                  <a:cubicBezTo>
                    <a:pt x="256" y="9390"/>
                    <a:pt x="189" y="9518"/>
                    <a:pt x="189" y="9645"/>
                  </a:cubicBezTo>
                  <a:cubicBezTo>
                    <a:pt x="189" y="9773"/>
                    <a:pt x="128" y="9901"/>
                    <a:pt x="128" y="10029"/>
                  </a:cubicBezTo>
                  <a:cubicBezTo>
                    <a:pt x="128" y="10156"/>
                    <a:pt x="128" y="10284"/>
                    <a:pt x="62" y="10412"/>
                  </a:cubicBezTo>
                  <a:lnTo>
                    <a:pt x="62" y="10984"/>
                  </a:lnTo>
                  <a:cubicBezTo>
                    <a:pt x="0" y="11178"/>
                    <a:pt x="0" y="11367"/>
                    <a:pt x="0" y="11561"/>
                  </a:cubicBezTo>
                  <a:cubicBezTo>
                    <a:pt x="0" y="12072"/>
                    <a:pt x="62" y="12644"/>
                    <a:pt x="128" y="13155"/>
                  </a:cubicBezTo>
                  <a:cubicBezTo>
                    <a:pt x="894" y="18774"/>
                    <a:pt x="5747" y="23116"/>
                    <a:pt x="11622" y="23116"/>
                  </a:cubicBezTo>
                  <a:lnTo>
                    <a:pt x="12194" y="23116"/>
                  </a:lnTo>
                  <a:cubicBezTo>
                    <a:pt x="18324" y="22799"/>
                    <a:pt x="23177" y="17752"/>
                    <a:pt x="23177" y="11561"/>
                  </a:cubicBezTo>
                  <a:cubicBezTo>
                    <a:pt x="23177" y="9901"/>
                    <a:pt x="22860" y="8368"/>
                    <a:pt x="22221" y="6897"/>
                  </a:cubicBezTo>
                  <a:cubicBezTo>
                    <a:pt x="21389" y="5048"/>
                    <a:pt x="20050" y="3388"/>
                    <a:pt x="18390" y="2172"/>
                  </a:cubicBezTo>
                  <a:cubicBezTo>
                    <a:pt x="16475" y="834"/>
                    <a:pt x="14176" y="1"/>
                    <a:pt x="116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52"/>
            <p:cNvSpPr/>
            <p:nvPr/>
          </p:nvSpPr>
          <p:spPr>
            <a:xfrm>
              <a:off x="7372760" y="3313390"/>
              <a:ext cx="143823" cy="58891"/>
            </a:xfrm>
            <a:custGeom>
              <a:avLst/>
              <a:gdLst/>
              <a:ahLst/>
              <a:cxnLst/>
              <a:rect l="l" t="t" r="r" b="b"/>
              <a:pathLst>
                <a:path w="8113" h="3322" extrusionOk="0">
                  <a:moveTo>
                    <a:pt x="8113" y="1"/>
                  </a:moveTo>
                  <a:lnTo>
                    <a:pt x="7474" y="1"/>
                  </a:lnTo>
                  <a:cubicBezTo>
                    <a:pt x="7280" y="1"/>
                    <a:pt x="7152" y="1"/>
                    <a:pt x="6963" y="67"/>
                  </a:cubicBezTo>
                  <a:lnTo>
                    <a:pt x="6897" y="67"/>
                  </a:lnTo>
                  <a:cubicBezTo>
                    <a:pt x="6708" y="67"/>
                    <a:pt x="6580" y="67"/>
                    <a:pt x="6452" y="129"/>
                  </a:cubicBezTo>
                  <a:lnTo>
                    <a:pt x="6325" y="129"/>
                  </a:lnTo>
                  <a:cubicBezTo>
                    <a:pt x="6131" y="129"/>
                    <a:pt x="5942" y="195"/>
                    <a:pt x="5748" y="195"/>
                  </a:cubicBezTo>
                  <a:lnTo>
                    <a:pt x="5748" y="195"/>
                  </a:lnTo>
                  <a:cubicBezTo>
                    <a:pt x="5559" y="256"/>
                    <a:pt x="5431" y="323"/>
                    <a:pt x="5237" y="323"/>
                  </a:cubicBezTo>
                  <a:cubicBezTo>
                    <a:pt x="5175" y="323"/>
                    <a:pt x="5175" y="384"/>
                    <a:pt x="5109" y="384"/>
                  </a:cubicBezTo>
                  <a:cubicBezTo>
                    <a:pt x="4981" y="384"/>
                    <a:pt x="4854" y="451"/>
                    <a:pt x="4726" y="512"/>
                  </a:cubicBezTo>
                  <a:lnTo>
                    <a:pt x="4598" y="512"/>
                  </a:lnTo>
                  <a:cubicBezTo>
                    <a:pt x="4470" y="578"/>
                    <a:pt x="4281" y="640"/>
                    <a:pt x="4154" y="640"/>
                  </a:cubicBezTo>
                  <a:cubicBezTo>
                    <a:pt x="3960" y="767"/>
                    <a:pt x="3771" y="834"/>
                    <a:pt x="3576" y="895"/>
                  </a:cubicBezTo>
                  <a:cubicBezTo>
                    <a:pt x="3449" y="961"/>
                    <a:pt x="3260" y="1023"/>
                    <a:pt x="3066" y="1089"/>
                  </a:cubicBezTo>
                  <a:lnTo>
                    <a:pt x="3066" y="1150"/>
                  </a:lnTo>
                  <a:lnTo>
                    <a:pt x="2683" y="1344"/>
                  </a:lnTo>
                  <a:cubicBezTo>
                    <a:pt x="2555" y="1406"/>
                    <a:pt x="2494" y="1406"/>
                    <a:pt x="2427" y="1472"/>
                  </a:cubicBezTo>
                  <a:cubicBezTo>
                    <a:pt x="2172" y="1600"/>
                    <a:pt x="1916" y="1789"/>
                    <a:pt x="1661" y="1917"/>
                  </a:cubicBezTo>
                  <a:cubicBezTo>
                    <a:pt x="1533" y="2044"/>
                    <a:pt x="1405" y="2111"/>
                    <a:pt x="1278" y="2172"/>
                  </a:cubicBezTo>
                  <a:cubicBezTo>
                    <a:pt x="1216" y="2238"/>
                    <a:pt x="1089" y="2300"/>
                    <a:pt x="1022" y="2366"/>
                  </a:cubicBezTo>
                  <a:cubicBezTo>
                    <a:pt x="961" y="2494"/>
                    <a:pt x="833" y="2555"/>
                    <a:pt x="706" y="2622"/>
                  </a:cubicBezTo>
                  <a:lnTo>
                    <a:pt x="384" y="2938"/>
                  </a:lnTo>
                  <a:lnTo>
                    <a:pt x="1" y="3321"/>
                  </a:lnTo>
                  <a:lnTo>
                    <a:pt x="1" y="3321"/>
                  </a:lnTo>
                  <a:lnTo>
                    <a:pt x="1" y="3321"/>
                  </a:lnTo>
                  <a:lnTo>
                    <a:pt x="384" y="2938"/>
                  </a:lnTo>
                  <a:lnTo>
                    <a:pt x="706" y="2622"/>
                  </a:lnTo>
                  <a:cubicBezTo>
                    <a:pt x="833" y="2555"/>
                    <a:pt x="961" y="2494"/>
                    <a:pt x="1022" y="2366"/>
                  </a:cubicBezTo>
                  <a:cubicBezTo>
                    <a:pt x="1089" y="2300"/>
                    <a:pt x="1216" y="2238"/>
                    <a:pt x="1278" y="2172"/>
                  </a:cubicBezTo>
                  <a:cubicBezTo>
                    <a:pt x="1405" y="2111"/>
                    <a:pt x="1533" y="2044"/>
                    <a:pt x="1661" y="1917"/>
                  </a:cubicBezTo>
                  <a:cubicBezTo>
                    <a:pt x="1916" y="1789"/>
                    <a:pt x="2172" y="1600"/>
                    <a:pt x="2427" y="1472"/>
                  </a:cubicBezTo>
                  <a:cubicBezTo>
                    <a:pt x="2494" y="1406"/>
                    <a:pt x="2555" y="1406"/>
                    <a:pt x="2683" y="1344"/>
                  </a:cubicBezTo>
                  <a:lnTo>
                    <a:pt x="3066" y="1150"/>
                  </a:lnTo>
                  <a:lnTo>
                    <a:pt x="3066" y="1089"/>
                  </a:lnTo>
                  <a:cubicBezTo>
                    <a:pt x="3260" y="1023"/>
                    <a:pt x="3449" y="961"/>
                    <a:pt x="3576" y="895"/>
                  </a:cubicBezTo>
                  <a:cubicBezTo>
                    <a:pt x="3771" y="834"/>
                    <a:pt x="3960" y="767"/>
                    <a:pt x="4154" y="640"/>
                  </a:cubicBezTo>
                  <a:cubicBezTo>
                    <a:pt x="4281" y="640"/>
                    <a:pt x="4470" y="578"/>
                    <a:pt x="4598" y="512"/>
                  </a:cubicBezTo>
                  <a:lnTo>
                    <a:pt x="4726" y="512"/>
                  </a:lnTo>
                  <a:cubicBezTo>
                    <a:pt x="4854" y="451"/>
                    <a:pt x="4981" y="384"/>
                    <a:pt x="5109" y="384"/>
                  </a:cubicBezTo>
                  <a:cubicBezTo>
                    <a:pt x="5175" y="384"/>
                    <a:pt x="5175" y="323"/>
                    <a:pt x="5237" y="323"/>
                  </a:cubicBezTo>
                  <a:cubicBezTo>
                    <a:pt x="5431" y="323"/>
                    <a:pt x="5559" y="256"/>
                    <a:pt x="5748" y="195"/>
                  </a:cubicBezTo>
                  <a:lnTo>
                    <a:pt x="5748" y="195"/>
                  </a:lnTo>
                  <a:cubicBezTo>
                    <a:pt x="5942" y="195"/>
                    <a:pt x="6131" y="129"/>
                    <a:pt x="6325" y="129"/>
                  </a:cubicBezTo>
                  <a:lnTo>
                    <a:pt x="6452" y="129"/>
                  </a:lnTo>
                  <a:cubicBezTo>
                    <a:pt x="6580" y="67"/>
                    <a:pt x="6708" y="67"/>
                    <a:pt x="6897" y="67"/>
                  </a:cubicBezTo>
                  <a:lnTo>
                    <a:pt x="6963" y="67"/>
                  </a:lnTo>
                  <a:cubicBezTo>
                    <a:pt x="7152" y="1"/>
                    <a:pt x="7280" y="1"/>
                    <a:pt x="7474" y="1"/>
                  </a:cubicBezTo>
                  <a:lnTo>
                    <a:pt x="8113" y="1"/>
                  </a:lnTo>
                  <a:close/>
                </a:path>
              </a:pathLst>
            </a:custGeom>
            <a:solidFill>
              <a:srgbClr val="CC91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52"/>
            <p:cNvSpPr/>
            <p:nvPr/>
          </p:nvSpPr>
          <p:spPr>
            <a:xfrm>
              <a:off x="7516563" y="3200202"/>
              <a:ext cx="87131" cy="132513"/>
            </a:xfrm>
            <a:custGeom>
              <a:avLst/>
              <a:gdLst/>
              <a:ahLst/>
              <a:cxnLst/>
              <a:rect l="l" t="t" r="r" b="b"/>
              <a:pathLst>
                <a:path w="4915" h="7475" extrusionOk="0">
                  <a:moveTo>
                    <a:pt x="4915" y="1"/>
                  </a:moveTo>
                  <a:cubicBezTo>
                    <a:pt x="3449" y="706"/>
                    <a:pt x="1722" y="1089"/>
                    <a:pt x="1" y="1089"/>
                  </a:cubicBezTo>
                  <a:lnTo>
                    <a:pt x="1" y="6386"/>
                  </a:lnTo>
                  <a:cubicBezTo>
                    <a:pt x="1722" y="6386"/>
                    <a:pt x="3449" y="6769"/>
                    <a:pt x="4915" y="7474"/>
                  </a:cubicBezTo>
                  <a:lnTo>
                    <a:pt x="4915" y="1"/>
                  </a:lnTo>
                  <a:close/>
                </a:path>
              </a:pathLst>
            </a:custGeom>
            <a:solidFill>
              <a:srgbClr val="B533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52"/>
            <p:cNvSpPr/>
            <p:nvPr/>
          </p:nvSpPr>
          <p:spPr>
            <a:xfrm>
              <a:off x="7603675" y="3097242"/>
              <a:ext cx="100816" cy="338436"/>
            </a:xfrm>
            <a:custGeom>
              <a:avLst/>
              <a:gdLst/>
              <a:ahLst/>
              <a:cxnLst/>
              <a:rect l="l" t="t" r="r" b="b"/>
              <a:pathLst>
                <a:path w="5687" h="19091" extrusionOk="0">
                  <a:moveTo>
                    <a:pt x="5686" y="0"/>
                  </a:moveTo>
                  <a:cubicBezTo>
                    <a:pt x="4854" y="1850"/>
                    <a:pt x="3515" y="3510"/>
                    <a:pt x="1855" y="4726"/>
                  </a:cubicBezTo>
                  <a:cubicBezTo>
                    <a:pt x="1278" y="5109"/>
                    <a:pt x="706" y="5492"/>
                    <a:pt x="1" y="5809"/>
                  </a:cubicBezTo>
                  <a:lnTo>
                    <a:pt x="1" y="13282"/>
                  </a:lnTo>
                  <a:cubicBezTo>
                    <a:pt x="706" y="13599"/>
                    <a:pt x="1278" y="13982"/>
                    <a:pt x="1855" y="14365"/>
                  </a:cubicBezTo>
                  <a:cubicBezTo>
                    <a:pt x="3515" y="15581"/>
                    <a:pt x="4854" y="17241"/>
                    <a:pt x="5686" y="19090"/>
                  </a:cubicBezTo>
                  <a:lnTo>
                    <a:pt x="5686" y="18452"/>
                  </a:lnTo>
                  <a:lnTo>
                    <a:pt x="5686" y="639"/>
                  </a:lnTo>
                  <a:lnTo>
                    <a:pt x="56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52"/>
            <p:cNvSpPr/>
            <p:nvPr/>
          </p:nvSpPr>
          <p:spPr>
            <a:xfrm>
              <a:off x="7330924" y="3420977"/>
              <a:ext cx="4538" cy="7906"/>
            </a:xfrm>
            <a:custGeom>
              <a:avLst/>
              <a:gdLst/>
              <a:ahLst/>
              <a:cxnLst/>
              <a:rect l="l" t="t" r="r" b="b"/>
              <a:pathLst>
                <a:path w="256" h="446" extrusionOk="0">
                  <a:moveTo>
                    <a:pt x="256" y="1"/>
                  </a:moveTo>
                  <a:lnTo>
                    <a:pt x="256" y="1"/>
                  </a:lnTo>
                  <a:cubicBezTo>
                    <a:pt x="190" y="190"/>
                    <a:pt x="62" y="317"/>
                    <a:pt x="1" y="445"/>
                  </a:cubicBezTo>
                  <a:cubicBezTo>
                    <a:pt x="128" y="317"/>
                    <a:pt x="190" y="190"/>
                    <a:pt x="256" y="1"/>
                  </a:cubicBezTo>
                  <a:close/>
                </a:path>
              </a:pathLst>
            </a:custGeom>
            <a:solidFill>
              <a:srgbClr val="CC91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52"/>
            <p:cNvSpPr/>
            <p:nvPr/>
          </p:nvSpPr>
          <p:spPr>
            <a:xfrm>
              <a:off x="7327485" y="3212700"/>
              <a:ext cx="377011" cy="107517"/>
            </a:xfrm>
            <a:custGeom>
              <a:avLst/>
              <a:gdLst/>
              <a:ahLst/>
              <a:cxnLst/>
              <a:rect l="l" t="t" r="r" b="b"/>
              <a:pathLst>
                <a:path w="21267" h="6065" extrusionOk="0">
                  <a:moveTo>
                    <a:pt x="0" y="1"/>
                  </a:moveTo>
                  <a:lnTo>
                    <a:pt x="0" y="6064"/>
                  </a:lnTo>
                  <a:lnTo>
                    <a:pt x="21266" y="6064"/>
                  </a:lnTo>
                  <a:lnTo>
                    <a:pt x="212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52"/>
            <p:cNvSpPr/>
            <p:nvPr/>
          </p:nvSpPr>
          <p:spPr>
            <a:xfrm>
              <a:off x="7276590" y="3163985"/>
              <a:ext cx="83780" cy="204948"/>
            </a:xfrm>
            <a:custGeom>
              <a:avLst/>
              <a:gdLst/>
              <a:ahLst/>
              <a:cxnLst/>
              <a:rect l="l" t="t" r="r" b="b"/>
              <a:pathLst>
                <a:path w="4726" h="11561" extrusionOk="0">
                  <a:moveTo>
                    <a:pt x="2361" y="0"/>
                  </a:moveTo>
                  <a:cubicBezTo>
                    <a:pt x="1022" y="0"/>
                    <a:pt x="1" y="1088"/>
                    <a:pt x="1" y="2365"/>
                  </a:cubicBezTo>
                  <a:lnTo>
                    <a:pt x="1" y="9195"/>
                  </a:lnTo>
                  <a:cubicBezTo>
                    <a:pt x="1" y="10472"/>
                    <a:pt x="1022" y="11560"/>
                    <a:pt x="2361" y="11560"/>
                  </a:cubicBezTo>
                  <a:cubicBezTo>
                    <a:pt x="3638" y="11560"/>
                    <a:pt x="4726" y="10472"/>
                    <a:pt x="4726" y="9195"/>
                  </a:cubicBezTo>
                  <a:lnTo>
                    <a:pt x="4726" y="2365"/>
                  </a:lnTo>
                  <a:cubicBezTo>
                    <a:pt x="4726" y="1088"/>
                    <a:pt x="3638" y="0"/>
                    <a:pt x="23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52"/>
            <p:cNvSpPr/>
            <p:nvPr/>
          </p:nvSpPr>
          <p:spPr>
            <a:xfrm>
              <a:off x="6143468" y="3836362"/>
              <a:ext cx="1048209" cy="36235"/>
            </a:xfrm>
            <a:custGeom>
              <a:avLst/>
              <a:gdLst/>
              <a:ahLst/>
              <a:cxnLst/>
              <a:rect l="l" t="t" r="r" b="b"/>
              <a:pathLst>
                <a:path w="59129" h="2044" extrusionOk="0">
                  <a:moveTo>
                    <a:pt x="0" y="1"/>
                  </a:moveTo>
                  <a:lnTo>
                    <a:pt x="0" y="2044"/>
                  </a:lnTo>
                  <a:lnTo>
                    <a:pt x="59129" y="2044"/>
                  </a:lnTo>
                  <a:lnTo>
                    <a:pt x="591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52"/>
            <p:cNvSpPr/>
            <p:nvPr/>
          </p:nvSpPr>
          <p:spPr>
            <a:xfrm>
              <a:off x="6143468" y="3915603"/>
              <a:ext cx="1048209" cy="37423"/>
            </a:xfrm>
            <a:custGeom>
              <a:avLst/>
              <a:gdLst/>
              <a:ahLst/>
              <a:cxnLst/>
              <a:rect l="l" t="t" r="r" b="b"/>
              <a:pathLst>
                <a:path w="59129" h="2111" extrusionOk="0">
                  <a:moveTo>
                    <a:pt x="0" y="0"/>
                  </a:moveTo>
                  <a:lnTo>
                    <a:pt x="0" y="2110"/>
                  </a:lnTo>
                  <a:lnTo>
                    <a:pt x="59129" y="2110"/>
                  </a:lnTo>
                  <a:lnTo>
                    <a:pt x="5912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52"/>
            <p:cNvSpPr/>
            <p:nvPr/>
          </p:nvSpPr>
          <p:spPr>
            <a:xfrm>
              <a:off x="6143468" y="3994844"/>
              <a:ext cx="827520" cy="37405"/>
            </a:xfrm>
            <a:custGeom>
              <a:avLst/>
              <a:gdLst/>
              <a:ahLst/>
              <a:cxnLst/>
              <a:rect l="l" t="t" r="r" b="b"/>
              <a:pathLst>
                <a:path w="46680" h="2110" extrusionOk="0">
                  <a:moveTo>
                    <a:pt x="0" y="0"/>
                  </a:moveTo>
                  <a:lnTo>
                    <a:pt x="0" y="2110"/>
                  </a:lnTo>
                  <a:lnTo>
                    <a:pt x="46680" y="2110"/>
                  </a:lnTo>
                  <a:lnTo>
                    <a:pt x="4668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52"/>
            <p:cNvSpPr/>
            <p:nvPr/>
          </p:nvSpPr>
          <p:spPr>
            <a:xfrm>
              <a:off x="7293520" y="3836362"/>
              <a:ext cx="652035" cy="195889"/>
            </a:xfrm>
            <a:custGeom>
              <a:avLst/>
              <a:gdLst/>
              <a:ahLst/>
              <a:cxnLst/>
              <a:rect l="l" t="t" r="r" b="b"/>
              <a:pathLst>
                <a:path w="36781" h="11050" extrusionOk="0">
                  <a:moveTo>
                    <a:pt x="1" y="1"/>
                  </a:moveTo>
                  <a:lnTo>
                    <a:pt x="1" y="11050"/>
                  </a:lnTo>
                  <a:lnTo>
                    <a:pt x="36781" y="11050"/>
                  </a:lnTo>
                  <a:lnTo>
                    <a:pt x="3678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52"/>
            <p:cNvSpPr/>
            <p:nvPr/>
          </p:nvSpPr>
          <p:spPr>
            <a:xfrm>
              <a:off x="6820363" y="2182621"/>
              <a:ext cx="86049" cy="86049"/>
            </a:xfrm>
            <a:custGeom>
              <a:avLst/>
              <a:gdLst/>
              <a:ahLst/>
              <a:cxnLst/>
              <a:rect l="l" t="t" r="r" b="b"/>
              <a:pathLst>
                <a:path w="4854" h="4854" extrusionOk="0">
                  <a:moveTo>
                    <a:pt x="2427" y="0"/>
                  </a:moveTo>
                  <a:cubicBezTo>
                    <a:pt x="1089" y="0"/>
                    <a:pt x="1" y="1083"/>
                    <a:pt x="1" y="2427"/>
                  </a:cubicBezTo>
                  <a:cubicBezTo>
                    <a:pt x="1" y="3765"/>
                    <a:pt x="1089" y="4853"/>
                    <a:pt x="2427" y="4853"/>
                  </a:cubicBezTo>
                  <a:cubicBezTo>
                    <a:pt x="3771" y="4853"/>
                    <a:pt x="4854" y="3765"/>
                    <a:pt x="4854" y="2427"/>
                  </a:cubicBezTo>
                  <a:cubicBezTo>
                    <a:pt x="4854" y="1083"/>
                    <a:pt x="3771" y="0"/>
                    <a:pt x="24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52"/>
            <p:cNvSpPr/>
            <p:nvPr/>
          </p:nvSpPr>
          <p:spPr>
            <a:xfrm>
              <a:off x="7182601" y="2182621"/>
              <a:ext cx="86049" cy="86049"/>
            </a:xfrm>
            <a:custGeom>
              <a:avLst/>
              <a:gdLst/>
              <a:ahLst/>
              <a:cxnLst/>
              <a:rect l="l" t="t" r="r" b="b"/>
              <a:pathLst>
                <a:path w="4854" h="4854" extrusionOk="0">
                  <a:moveTo>
                    <a:pt x="2427" y="0"/>
                  </a:moveTo>
                  <a:cubicBezTo>
                    <a:pt x="1088" y="0"/>
                    <a:pt x="0" y="1083"/>
                    <a:pt x="0" y="2427"/>
                  </a:cubicBezTo>
                  <a:cubicBezTo>
                    <a:pt x="0" y="3765"/>
                    <a:pt x="1088" y="4853"/>
                    <a:pt x="2427" y="4853"/>
                  </a:cubicBezTo>
                  <a:cubicBezTo>
                    <a:pt x="3770" y="4853"/>
                    <a:pt x="4853" y="3765"/>
                    <a:pt x="4853" y="2427"/>
                  </a:cubicBezTo>
                  <a:cubicBezTo>
                    <a:pt x="4853" y="1083"/>
                    <a:pt x="3770" y="0"/>
                    <a:pt x="24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52"/>
            <p:cNvSpPr/>
            <p:nvPr/>
          </p:nvSpPr>
          <p:spPr>
            <a:xfrm>
              <a:off x="6384611" y="2986305"/>
              <a:ext cx="392770" cy="233205"/>
            </a:xfrm>
            <a:custGeom>
              <a:avLst/>
              <a:gdLst/>
              <a:ahLst/>
              <a:cxnLst/>
              <a:rect l="l" t="t" r="r" b="b"/>
              <a:pathLst>
                <a:path w="22156" h="13155" extrusionOk="0">
                  <a:moveTo>
                    <a:pt x="6830" y="1"/>
                  </a:moveTo>
                  <a:cubicBezTo>
                    <a:pt x="3255" y="1"/>
                    <a:pt x="317" y="2744"/>
                    <a:pt x="0" y="6258"/>
                  </a:cubicBezTo>
                  <a:cubicBezTo>
                    <a:pt x="828" y="8108"/>
                    <a:pt x="2172" y="9768"/>
                    <a:pt x="3832" y="10984"/>
                  </a:cubicBezTo>
                  <a:cubicBezTo>
                    <a:pt x="4404" y="11367"/>
                    <a:pt x="4981" y="11750"/>
                    <a:pt x="5681" y="12067"/>
                  </a:cubicBezTo>
                  <a:cubicBezTo>
                    <a:pt x="7152" y="12772"/>
                    <a:pt x="8812" y="13155"/>
                    <a:pt x="10600" y="13155"/>
                  </a:cubicBezTo>
                  <a:cubicBezTo>
                    <a:pt x="13154" y="13155"/>
                    <a:pt x="15515" y="12388"/>
                    <a:pt x="17430" y="10984"/>
                  </a:cubicBezTo>
                  <a:cubicBezTo>
                    <a:pt x="20306" y="8874"/>
                    <a:pt x="22155" y="5426"/>
                    <a:pt x="22155" y="1595"/>
                  </a:cubicBezTo>
                  <a:cubicBezTo>
                    <a:pt x="22155" y="1084"/>
                    <a:pt x="22155" y="512"/>
                    <a:pt x="22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52"/>
            <p:cNvSpPr/>
            <p:nvPr/>
          </p:nvSpPr>
          <p:spPr>
            <a:xfrm>
              <a:off x="6384611" y="3313390"/>
              <a:ext cx="392770" cy="233205"/>
            </a:xfrm>
            <a:custGeom>
              <a:avLst/>
              <a:gdLst/>
              <a:ahLst/>
              <a:cxnLst/>
              <a:rect l="l" t="t" r="r" b="b"/>
              <a:pathLst>
                <a:path w="22156" h="13155" extrusionOk="0">
                  <a:moveTo>
                    <a:pt x="10600" y="1"/>
                  </a:moveTo>
                  <a:cubicBezTo>
                    <a:pt x="8812" y="1"/>
                    <a:pt x="7152" y="384"/>
                    <a:pt x="5681" y="1089"/>
                  </a:cubicBezTo>
                  <a:cubicBezTo>
                    <a:pt x="4981" y="1406"/>
                    <a:pt x="4404" y="1789"/>
                    <a:pt x="3832" y="2172"/>
                  </a:cubicBezTo>
                  <a:cubicBezTo>
                    <a:pt x="2172" y="3388"/>
                    <a:pt x="828" y="5048"/>
                    <a:pt x="0" y="6897"/>
                  </a:cubicBezTo>
                  <a:cubicBezTo>
                    <a:pt x="317" y="10412"/>
                    <a:pt x="3255" y="13155"/>
                    <a:pt x="6830" y="13155"/>
                  </a:cubicBezTo>
                  <a:lnTo>
                    <a:pt x="22094" y="13155"/>
                  </a:lnTo>
                  <a:cubicBezTo>
                    <a:pt x="22155" y="12644"/>
                    <a:pt x="22155" y="12072"/>
                    <a:pt x="22155" y="11561"/>
                  </a:cubicBezTo>
                  <a:lnTo>
                    <a:pt x="22155" y="10984"/>
                  </a:lnTo>
                  <a:lnTo>
                    <a:pt x="22155" y="10412"/>
                  </a:lnTo>
                  <a:cubicBezTo>
                    <a:pt x="22094" y="10284"/>
                    <a:pt x="22094" y="10156"/>
                    <a:pt x="22094" y="10029"/>
                  </a:cubicBezTo>
                  <a:cubicBezTo>
                    <a:pt x="22094" y="9901"/>
                    <a:pt x="22028" y="9773"/>
                    <a:pt x="22028" y="9645"/>
                  </a:cubicBezTo>
                  <a:cubicBezTo>
                    <a:pt x="22028" y="9518"/>
                    <a:pt x="21966" y="9390"/>
                    <a:pt x="21966" y="9196"/>
                  </a:cubicBezTo>
                  <a:cubicBezTo>
                    <a:pt x="21900" y="9068"/>
                    <a:pt x="21900" y="8941"/>
                    <a:pt x="21839" y="8752"/>
                  </a:cubicBezTo>
                  <a:cubicBezTo>
                    <a:pt x="21772" y="8557"/>
                    <a:pt x="21711" y="8302"/>
                    <a:pt x="21645" y="8113"/>
                  </a:cubicBezTo>
                  <a:cubicBezTo>
                    <a:pt x="21583" y="7919"/>
                    <a:pt x="21583" y="7791"/>
                    <a:pt x="21517" y="7602"/>
                  </a:cubicBezTo>
                  <a:cubicBezTo>
                    <a:pt x="21517" y="7602"/>
                    <a:pt x="21456" y="7602"/>
                    <a:pt x="21456" y="7536"/>
                  </a:cubicBezTo>
                  <a:cubicBezTo>
                    <a:pt x="21456" y="7408"/>
                    <a:pt x="21389" y="7280"/>
                    <a:pt x="21328" y="7153"/>
                  </a:cubicBezTo>
                  <a:cubicBezTo>
                    <a:pt x="21328" y="7091"/>
                    <a:pt x="21261" y="7025"/>
                    <a:pt x="21261" y="6964"/>
                  </a:cubicBezTo>
                  <a:lnTo>
                    <a:pt x="21072" y="6581"/>
                  </a:lnTo>
                  <a:cubicBezTo>
                    <a:pt x="21072" y="6581"/>
                    <a:pt x="21072" y="6514"/>
                    <a:pt x="21006" y="6514"/>
                  </a:cubicBezTo>
                  <a:cubicBezTo>
                    <a:pt x="20945" y="6386"/>
                    <a:pt x="20878" y="6259"/>
                    <a:pt x="20817" y="6070"/>
                  </a:cubicBezTo>
                  <a:cubicBezTo>
                    <a:pt x="20751" y="5942"/>
                    <a:pt x="20623" y="5814"/>
                    <a:pt x="20562" y="5620"/>
                  </a:cubicBezTo>
                  <a:cubicBezTo>
                    <a:pt x="20495" y="5559"/>
                    <a:pt x="20495" y="5492"/>
                    <a:pt x="20434" y="5431"/>
                  </a:cubicBezTo>
                  <a:cubicBezTo>
                    <a:pt x="20306" y="5237"/>
                    <a:pt x="20178" y="4982"/>
                    <a:pt x="19984" y="4793"/>
                  </a:cubicBezTo>
                  <a:cubicBezTo>
                    <a:pt x="19923" y="4726"/>
                    <a:pt x="19857" y="4598"/>
                    <a:pt x="19795" y="4537"/>
                  </a:cubicBezTo>
                  <a:cubicBezTo>
                    <a:pt x="19729" y="4471"/>
                    <a:pt x="19668" y="4343"/>
                    <a:pt x="19601" y="4282"/>
                  </a:cubicBezTo>
                  <a:cubicBezTo>
                    <a:pt x="19540" y="4215"/>
                    <a:pt x="19473" y="4154"/>
                    <a:pt x="19473" y="4088"/>
                  </a:cubicBezTo>
                  <a:cubicBezTo>
                    <a:pt x="19284" y="3899"/>
                    <a:pt x="19090" y="3643"/>
                    <a:pt x="18901" y="3449"/>
                  </a:cubicBezTo>
                  <a:lnTo>
                    <a:pt x="18707" y="3321"/>
                  </a:lnTo>
                  <a:lnTo>
                    <a:pt x="18324" y="2938"/>
                  </a:lnTo>
                  <a:cubicBezTo>
                    <a:pt x="18196" y="2877"/>
                    <a:pt x="18135" y="2749"/>
                    <a:pt x="18007" y="2622"/>
                  </a:cubicBezTo>
                  <a:cubicBezTo>
                    <a:pt x="17880" y="2555"/>
                    <a:pt x="17752" y="2494"/>
                    <a:pt x="17686" y="2366"/>
                  </a:cubicBezTo>
                  <a:cubicBezTo>
                    <a:pt x="17558" y="2300"/>
                    <a:pt x="17497" y="2238"/>
                    <a:pt x="17430" y="2172"/>
                  </a:cubicBezTo>
                  <a:cubicBezTo>
                    <a:pt x="17302" y="2111"/>
                    <a:pt x="17175" y="2044"/>
                    <a:pt x="17047" y="1917"/>
                  </a:cubicBezTo>
                  <a:cubicBezTo>
                    <a:pt x="16792" y="1789"/>
                    <a:pt x="16536" y="1600"/>
                    <a:pt x="16281" y="1472"/>
                  </a:cubicBezTo>
                  <a:cubicBezTo>
                    <a:pt x="16219" y="1406"/>
                    <a:pt x="16153" y="1406"/>
                    <a:pt x="16025" y="1344"/>
                  </a:cubicBezTo>
                  <a:lnTo>
                    <a:pt x="15642" y="1150"/>
                  </a:lnTo>
                  <a:lnTo>
                    <a:pt x="15581" y="1089"/>
                  </a:lnTo>
                  <a:cubicBezTo>
                    <a:pt x="15453" y="1023"/>
                    <a:pt x="15259" y="961"/>
                    <a:pt x="15131" y="895"/>
                  </a:cubicBezTo>
                  <a:cubicBezTo>
                    <a:pt x="14942" y="834"/>
                    <a:pt x="14748" y="767"/>
                    <a:pt x="14559" y="640"/>
                  </a:cubicBezTo>
                  <a:cubicBezTo>
                    <a:pt x="14365" y="640"/>
                    <a:pt x="14237" y="578"/>
                    <a:pt x="14110" y="512"/>
                  </a:cubicBezTo>
                  <a:lnTo>
                    <a:pt x="13982" y="512"/>
                  </a:lnTo>
                  <a:cubicBezTo>
                    <a:pt x="13854" y="451"/>
                    <a:pt x="13727" y="384"/>
                    <a:pt x="13599" y="384"/>
                  </a:cubicBezTo>
                  <a:cubicBezTo>
                    <a:pt x="13538" y="384"/>
                    <a:pt x="13538" y="323"/>
                    <a:pt x="13471" y="323"/>
                  </a:cubicBezTo>
                  <a:cubicBezTo>
                    <a:pt x="13282" y="323"/>
                    <a:pt x="13088" y="256"/>
                    <a:pt x="12960" y="195"/>
                  </a:cubicBezTo>
                  <a:cubicBezTo>
                    <a:pt x="12771" y="195"/>
                    <a:pt x="12577" y="129"/>
                    <a:pt x="12388" y="129"/>
                  </a:cubicBezTo>
                  <a:lnTo>
                    <a:pt x="12261" y="129"/>
                  </a:lnTo>
                  <a:cubicBezTo>
                    <a:pt x="12133" y="67"/>
                    <a:pt x="12005" y="67"/>
                    <a:pt x="11811" y="67"/>
                  </a:cubicBezTo>
                  <a:lnTo>
                    <a:pt x="11750" y="67"/>
                  </a:lnTo>
                  <a:cubicBezTo>
                    <a:pt x="11556" y="1"/>
                    <a:pt x="11367" y="1"/>
                    <a:pt x="111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52"/>
            <p:cNvSpPr/>
            <p:nvPr/>
          </p:nvSpPr>
          <p:spPr>
            <a:xfrm>
              <a:off x="7310555" y="2986305"/>
              <a:ext cx="393941" cy="233205"/>
            </a:xfrm>
            <a:custGeom>
              <a:avLst/>
              <a:gdLst/>
              <a:ahLst/>
              <a:cxnLst/>
              <a:rect l="l" t="t" r="r" b="b"/>
              <a:pathLst>
                <a:path w="22222" h="13155" extrusionOk="0">
                  <a:moveTo>
                    <a:pt x="128" y="1"/>
                  </a:moveTo>
                  <a:cubicBezTo>
                    <a:pt x="62" y="512"/>
                    <a:pt x="0" y="1084"/>
                    <a:pt x="0" y="1595"/>
                  </a:cubicBezTo>
                  <a:cubicBezTo>
                    <a:pt x="0" y="5426"/>
                    <a:pt x="1916" y="8874"/>
                    <a:pt x="4787" y="10984"/>
                  </a:cubicBezTo>
                  <a:cubicBezTo>
                    <a:pt x="6702" y="12388"/>
                    <a:pt x="9068" y="13155"/>
                    <a:pt x="11622" y="13155"/>
                  </a:cubicBezTo>
                  <a:cubicBezTo>
                    <a:pt x="13343" y="13155"/>
                    <a:pt x="15070" y="12772"/>
                    <a:pt x="16536" y="12067"/>
                  </a:cubicBezTo>
                  <a:cubicBezTo>
                    <a:pt x="17241" y="11750"/>
                    <a:pt x="17813" y="11367"/>
                    <a:pt x="18390" y="10984"/>
                  </a:cubicBezTo>
                  <a:cubicBezTo>
                    <a:pt x="20050" y="9768"/>
                    <a:pt x="21389" y="8108"/>
                    <a:pt x="22221" y="6258"/>
                  </a:cubicBezTo>
                  <a:cubicBezTo>
                    <a:pt x="21900" y="2744"/>
                    <a:pt x="18962" y="1"/>
                    <a:pt x="15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52"/>
            <p:cNvSpPr/>
            <p:nvPr/>
          </p:nvSpPr>
          <p:spPr>
            <a:xfrm>
              <a:off x="7310555" y="3313390"/>
              <a:ext cx="393941" cy="233205"/>
            </a:xfrm>
            <a:custGeom>
              <a:avLst/>
              <a:gdLst/>
              <a:ahLst/>
              <a:cxnLst/>
              <a:rect l="l" t="t" r="r" b="b"/>
              <a:pathLst>
                <a:path w="22222" h="13155" extrusionOk="0">
                  <a:moveTo>
                    <a:pt x="10983" y="1"/>
                  </a:moveTo>
                  <a:cubicBezTo>
                    <a:pt x="10789" y="1"/>
                    <a:pt x="10661" y="1"/>
                    <a:pt x="10472" y="67"/>
                  </a:cubicBezTo>
                  <a:lnTo>
                    <a:pt x="10406" y="67"/>
                  </a:lnTo>
                  <a:cubicBezTo>
                    <a:pt x="10217" y="67"/>
                    <a:pt x="10089" y="67"/>
                    <a:pt x="9961" y="129"/>
                  </a:cubicBezTo>
                  <a:lnTo>
                    <a:pt x="9834" y="129"/>
                  </a:lnTo>
                  <a:cubicBezTo>
                    <a:pt x="9640" y="129"/>
                    <a:pt x="9451" y="195"/>
                    <a:pt x="9257" y="195"/>
                  </a:cubicBezTo>
                  <a:cubicBezTo>
                    <a:pt x="9068" y="256"/>
                    <a:pt x="8940" y="323"/>
                    <a:pt x="8746" y="323"/>
                  </a:cubicBezTo>
                  <a:cubicBezTo>
                    <a:pt x="8684" y="323"/>
                    <a:pt x="8684" y="384"/>
                    <a:pt x="8618" y="384"/>
                  </a:cubicBezTo>
                  <a:cubicBezTo>
                    <a:pt x="8490" y="384"/>
                    <a:pt x="8363" y="451"/>
                    <a:pt x="8235" y="512"/>
                  </a:cubicBezTo>
                  <a:lnTo>
                    <a:pt x="8107" y="512"/>
                  </a:lnTo>
                  <a:cubicBezTo>
                    <a:pt x="7979" y="578"/>
                    <a:pt x="7790" y="640"/>
                    <a:pt x="7663" y="640"/>
                  </a:cubicBezTo>
                  <a:cubicBezTo>
                    <a:pt x="7469" y="767"/>
                    <a:pt x="7280" y="834"/>
                    <a:pt x="7085" y="895"/>
                  </a:cubicBezTo>
                  <a:cubicBezTo>
                    <a:pt x="6958" y="961"/>
                    <a:pt x="6769" y="1023"/>
                    <a:pt x="6575" y="1089"/>
                  </a:cubicBezTo>
                  <a:lnTo>
                    <a:pt x="6575" y="1150"/>
                  </a:lnTo>
                  <a:lnTo>
                    <a:pt x="6192" y="1344"/>
                  </a:lnTo>
                  <a:cubicBezTo>
                    <a:pt x="6064" y="1406"/>
                    <a:pt x="6003" y="1406"/>
                    <a:pt x="5936" y="1472"/>
                  </a:cubicBezTo>
                  <a:cubicBezTo>
                    <a:pt x="5681" y="1600"/>
                    <a:pt x="5425" y="1789"/>
                    <a:pt x="5170" y="1917"/>
                  </a:cubicBezTo>
                  <a:cubicBezTo>
                    <a:pt x="5042" y="2044"/>
                    <a:pt x="4914" y="2111"/>
                    <a:pt x="4787" y="2172"/>
                  </a:cubicBezTo>
                  <a:cubicBezTo>
                    <a:pt x="4725" y="2238"/>
                    <a:pt x="4598" y="2300"/>
                    <a:pt x="4531" y="2366"/>
                  </a:cubicBezTo>
                  <a:cubicBezTo>
                    <a:pt x="4470" y="2494"/>
                    <a:pt x="4342" y="2555"/>
                    <a:pt x="4215" y="2622"/>
                  </a:cubicBezTo>
                  <a:lnTo>
                    <a:pt x="3893" y="2938"/>
                  </a:lnTo>
                  <a:lnTo>
                    <a:pt x="3510" y="3321"/>
                  </a:lnTo>
                  <a:lnTo>
                    <a:pt x="3321" y="3449"/>
                  </a:lnTo>
                  <a:cubicBezTo>
                    <a:pt x="3127" y="3643"/>
                    <a:pt x="2938" y="3899"/>
                    <a:pt x="2743" y="4088"/>
                  </a:cubicBezTo>
                  <a:cubicBezTo>
                    <a:pt x="2743" y="4154"/>
                    <a:pt x="2682" y="4215"/>
                    <a:pt x="2616" y="4282"/>
                  </a:cubicBezTo>
                  <a:cubicBezTo>
                    <a:pt x="2554" y="4343"/>
                    <a:pt x="2488" y="4471"/>
                    <a:pt x="2427" y="4537"/>
                  </a:cubicBezTo>
                  <a:cubicBezTo>
                    <a:pt x="2360" y="4598"/>
                    <a:pt x="2299" y="4726"/>
                    <a:pt x="2233" y="4793"/>
                  </a:cubicBezTo>
                  <a:cubicBezTo>
                    <a:pt x="2044" y="4982"/>
                    <a:pt x="1916" y="5237"/>
                    <a:pt x="1788" y="5431"/>
                  </a:cubicBezTo>
                  <a:cubicBezTo>
                    <a:pt x="1722" y="5492"/>
                    <a:pt x="1722" y="5559"/>
                    <a:pt x="1660" y="5620"/>
                  </a:cubicBezTo>
                  <a:cubicBezTo>
                    <a:pt x="1594" y="5814"/>
                    <a:pt x="1466" y="5942"/>
                    <a:pt x="1405" y="6070"/>
                  </a:cubicBezTo>
                  <a:cubicBezTo>
                    <a:pt x="1339" y="6259"/>
                    <a:pt x="1277" y="6386"/>
                    <a:pt x="1150" y="6514"/>
                  </a:cubicBezTo>
                  <a:lnTo>
                    <a:pt x="1150" y="6581"/>
                  </a:lnTo>
                  <a:lnTo>
                    <a:pt x="955" y="6964"/>
                  </a:lnTo>
                  <a:cubicBezTo>
                    <a:pt x="955" y="7025"/>
                    <a:pt x="894" y="7091"/>
                    <a:pt x="894" y="7153"/>
                  </a:cubicBezTo>
                  <a:cubicBezTo>
                    <a:pt x="828" y="7280"/>
                    <a:pt x="766" y="7408"/>
                    <a:pt x="766" y="7536"/>
                  </a:cubicBezTo>
                  <a:lnTo>
                    <a:pt x="700" y="7602"/>
                  </a:lnTo>
                  <a:cubicBezTo>
                    <a:pt x="639" y="7791"/>
                    <a:pt x="572" y="7919"/>
                    <a:pt x="572" y="8113"/>
                  </a:cubicBezTo>
                  <a:cubicBezTo>
                    <a:pt x="511" y="8302"/>
                    <a:pt x="445" y="8557"/>
                    <a:pt x="383" y="8752"/>
                  </a:cubicBezTo>
                  <a:cubicBezTo>
                    <a:pt x="317" y="8941"/>
                    <a:pt x="317" y="9068"/>
                    <a:pt x="256" y="9196"/>
                  </a:cubicBezTo>
                  <a:cubicBezTo>
                    <a:pt x="256" y="9390"/>
                    <a:pt x="189" y="9518"/>
                    <a:pt x="189" y="9645"/>
                  </a:cubicBezTo>
                  <a:cubicBezTo>
                    <a:pt x="189" y="9773"/>
                    <a:pt x="128" y="9901"/>
                    <a:pt x="128" y="10029"/>
                  </a:cubicBezTo>
                  <a:cubicBezTo>
                    <a:pt x="128" y="10156"/>
                    <a:pt x="128" y="10284"/>
                    <a:pt x="62" y="10412"/>
                  </a:cubicBezTo>
                  <a:lnTo>
                    <a:pt x="62" y="10984"/>
                  </a:lnTo>
                  <a:cubicBezTo>
                    <a:pt x="0" y="11178"/>
                    <a:pt x="0" y="11367"/>
                    <a:pt x="0" y="11561"/>
                  </a:cubicBezTo>
                  <a:cubicBezTo>
                    <a:pt x="0" y="12072"/>
                    <a:pt x="62" y="12644"/>
                    <a:pt x="128" y="13155"/>
                  </a:cubicBezTo>
                  <a:lnTo>
                    <a:pt x="15387" y="13155"/>
                  </a:lnTo>
                  <a:cubicBezTo>
                    <a:pt x="18962" y="13155"/>
                    <a:pt x="21900" y="10412"/>
                    <a:pt x="22221" y="6897"/>
                  </a:cubicBezTo>
                  <a:cubicBezTo>
                    <a:pt x="21389" y="5048"/>
                    <a:pt x="20050" y="3388"/>
                    <a:pt x="18390" y="2172"/>
                  </a:cubicBezTo>
                  <a:cubicBezTo>
                    <a:pt x="17813" y="1789"/>
                    <a:pt x="17241" y="1406"/>
                    <a:pt x="16536" y="1089"/>
                  </a:cubicBezTo>
                  <a:cubicBezTo>
                    <a:pt x="15070" y="384"/>
                    <a:pt x="13343" y="1"/>
                    <a:pt x="116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8615"/>
        <p:cNvGrpSpPr/>
        <p:nvPr/>
      </p:nvGrpSpPr>
      <p:grpSpPr>
        <a:xfrm>
          <a:off x="0" y="0"/>
          <a:ext cx="0" cy="0"/>
          <a:chOff x="0" y="0"/>
          <a:chExt cx="0" cy="0"/>
        </a:xfrm>
      </p:grpSpPr>
      <p:pic>
        <p:nvPicPr>
          <p:cNvPr id="8616" name="Google Shape;8616;p70">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name="Hemodialysis Breakthrough by Slidesgo">
  <a:themeElements>
    <a:clrScheme name="Simple Light">
      <a:dk1>
        <a:srgbClr val="243F7D"/>
      </a:dk1>
      <a:lt1>
        <a:srgbClr val="EFF3FA"/>
      </a:lt1>
      <a:dk2>
        <a:srgbClr val="F76039"/>
      </a:dk2>
      <a:lt2>
        <a:srgbClr val="E46044"/>
      </a:lt2>
      <a:accent1>
        <a:srgbClr val="D0442B"/>
      </a:accent1>
      <a:accent2>
        <a:srgbClr val="B53320"/>
      </a:accent2>
      <a:accent3>
        <a:srgbClr val="B8D1F3"/>
      </a:accent3>
      <a:accent4>
        <a:srgbClr val="6295DA"/>
      </a:accent4>
      <a:accent5>
        <a:srgbClr val="3A64AD"/>
      </a:accent5>
      <a:accent6>
        <a:srgbClr val="FFFFFF"/>
      </a:accent6>
      <a:hlink>
        <a:srgbClr val="243F7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771</Words>
  <Application>Microsoft Office PowerPoint</Application>
  <PresentationFormat>On-screen Show (16:9)</PresentationFormat>
  <Paragraphs>63</Paragraphs>
  <Slides>10</Slides>
  <Notes>10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Proxima Nova</vt:lpstr>
      <vt:lpstr>Arial</vt:lpstr>
      <vt:lpstr>Be Vietnam Pro</vt:lpstr>
      <vt:lpstr>Lexend</vt:lpstr>
      <vt:lpstr>Be Vietnam Pro SemiBold</vt:lpstr>
      <vt:lpstr>Proxima Nova Semibold</vt:lpstr>
      <vt:lpstr>Hemodialysis Breakthrough by Slidesgo</vt:lpstr>
      <vt:lpstr>Slidesgo Final Pages</vt:lpstr>
      <vt:lpstr>Health AI Predictive Analytics Engine</vt:lpstr>
      <vt:lpstr>TABLE OF CONTENTS</vt:lpstr>
      <vt:lpstr>INTRODUCTION</vt:lpstr>
      <vt:lpstr>DATABASE FOUNDATION -  MS SQL Architecture &amp; Data Integrity</vt:lpstr>
      <vt:lpstr>                      MODEL SELECTION  Traditional vs. Emerging AI Methodologies</vt:lpstr>
      <vt:lpstr>FEATURE ENGINEERING - Elevating Clinical Utility</vt:lpstr>
      <vt:lpstr>LIVE AI INFERENCE &amp; STRESS TEST Real-Time Console Execution</vt:lpstr>
      <vt:lpstr>Model Reliability &amp; Ethical Implementation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Sindy Sipunzi</dc:creator>
  <cp:lastModifiedBy>Sindy Sipunzi</cp:lastModifiedBy>
  <cp:revision>2</cp:revision>
  <dcterms:modified xsi:type="dcterms:W3CDTF">2026-04-09T18:51:54Z</dcterms:modified>
</cp:coreProperties>
</file>